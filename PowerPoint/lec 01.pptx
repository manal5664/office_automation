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6" r:id="rId2"/>
    <p:sldId id="267" r:id="rId3"/>
    <p:sldId id="286" r:id="rId4"/>
    <p:sldId id="257" r:id="rId5"/>
    <p:sldId id="290" r:id="rId6"/>
    <p:sldId id="291" r:id="rId7"/>
    <p:sldId id="258" r:id="rId8"/>
    <p:sldId id="269" r:id="rId9"/>
    <p:sldId id="287" r:id="rId10"/>
    <p:sldId id="288" r:id="rId11"/>
    <p:sldId id="259" r:id="rId12"/>
    <p:sldId id="292" r:id="rId13"/>
    <p:sldId id="260" r:id="rId14"/>
    <p:sldId id="293" r:id="rId15"/>
    <p:sldId id="262" r:id="rId16"/>
    <p:sldId id="274" r:id="rId17"/>
    <p:sldId id="2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81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59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40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07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85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6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5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5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00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29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609603"/>
            <a:ext cx="103631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343400"/>
            <a:ext cx="103631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6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A5382-3E68-4E9B-BE3E-023E1422D6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8FF6282-A82E-4979-B831-B42843495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99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F804-B369-4127-873E-E654EB66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2" y="2804163"/>
            <a:ext cx="6166218" cy="1904998"/>
          </a:xfrm>
        </p:spPr>
        <p:txBody>
          <a:bodyPr>
            <a:normAutofit/>
          </a:bodyPr>
          <a:lstStyle/>
          <a:p>
            <a:r>
              <a:rPr lang="en-US" sz="4400" dirty="0"/>
              <a:t>Microsoft Power Point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AD79F-C1E1-44C0-856D-DE754DBBB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3390315" cy="1447800"/>
          </a:xfrm>
        </p:spPr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420968447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017" y="1186484"/>
            <a:ext cx="10829160" cy="1049235"/>
          </a:xfrm>
        </p:spPr>
        <p:txBody>
          <a:bodyPr>
            <a:normAutofit fontScale="90000"/>
          </a:bodyPr>
          <a:lstStyle/>
          <a:p>
            <a:r>
              <a:rPr sz="3600" b="1" u="sng" dirty="0"/>
              <a:t>Introduction </a:t>
            </a:r>
            <a:r>
              <a:rPr lang="en-US" sz="3600" b="1" u="sng" dirty="0"/>
              <a:t>&amp; interface </a:t>
            </a:r>
            <a:r>
              <a:rPr sz="3600" b="1" u="sng" dirty="0"/>
              <a:t>o</a:t>
            </a:r>
            <a:r>
              <a:rPr lang="en-US" sz="3600" b="1" u="sng" dirty="0"/>
              <a:t>f</a:t>
            </a:r>
            <a:r>
              <a:rPr sz="3600" b="1" u="sng" dirty="0"/>
              <a:t> PowerPoint</a:t>
            </a:r>
            <a:r>
              <a:rPr lang="en-US" sz="3600" b="1" u="sng" dirty="0"/>
              <a:t> :</a:t>
            </a:r>
            <a:endParaRPr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523" y="2065868"/>
            <a:ext cx="7772400" cy="1149772"/>
          </a:xfrm>
        </p:spPr>
        <p:txBody>
          <a:bodyPr/>
          <a:lstStyle/>
          <a:p>
            <a:r>
              <a:rPr dirty="0"/>
              <a:t>Used for creating slideshows</a:t>
            </a:r>
          </a:p>
          <a:p>
            <a:r>
              <a:rPr dirty="0"/>
              <a:t>Ideal for presentations, teaching, and reports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0616E4-E350-FD0D-860F-D04B74DCD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78" y="1125312"/>
            <a:ext cx="12099235" cy="501084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2B0D58-8A07-4DDB-8690-6EA3E4F1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2" y="167295"/>
            <a:ext cx="10353761" cy="1326321"/>
          </a:xfrm>
        </p:spPr>
        <p:txBody>
          <a:bodyPr/>
          <a:lstStyle/>
          <a:p>
            <a:r>
              <a:rPr lang="en-US" dirty="0"/>
              <a:t>MS Power Point 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FF14E-D8F8-C4D5-4157-97D9C71E7038}"/>
              </a:ext>
            </a:extLst>
          </p:cNvPr>
          <p:cNvSpPr/>
          <p:nvPr/>
        </p:nvSpPr>
        <p:spPr>
          <a:xfrm>
            <a:off x="104679" y="1141019"/>
            <a:ext cx="3102015" cy="339345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A9DC82-3B18-8A1D-9C59-B427A15446AA}"/>
              </a:ext>
            </a:extLst>
          </p:cNvPr>
          <p:cNvCxnSpPr>
            <a:cxnSpLocks/>
          </p:cNvCxnSpPr>
          <p:nvPr/>
        </p:nvCxnSpPr>
        <p:spPr>
          <a:xfrm>
            <a:off x="554410" y="1493616"/>
            <a:ext cx="0" cy="2246023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8C48DA-F650-3561-5E09-A566E2A24AD9}"/>
              </a:ext>
            </a:extLst>
          </p:cNvPr>
          <p:cNvSpPr txBox="1"/>
          <p:nvPr/>
        </p:nvSpPr>
        <p:spPr>
          <a:xfrm>
            <a:off x="26687" y="3732814"/>
            <a:ext cx="238764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Toolbar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EB85B3-A314-E97E-1523-94BB19E2381E}"/>
              </a:ext>
            </a:extLst>
          </p:cNvPr>
          <p:cNvSpPr/>
          <p:nvPr/>
        </p:nvSpPr>
        <p:spPr>
          <a:xfrm>
            <a:off x="104678" y="1624935"/>
            <a:ext cx="7404433" cy="339345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C043BF-7FE9-580C-BFA9-7D00E1B39219}"/>
              </a:ext>
            </a:extLst>
          </p:cNvPr>
          <p:cNvCxnSpPr>
            <a:cxnSpLocks/>
          </p:cNvCxnSpPr>
          <p:nvPr/>
        </p:nvCxnSpPr>
        <p:spPr>
          <a:xfrm>
            <a:off x="7222435" y="2003245"/>
            <a:ext cx="222014" cy="169931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CD4DE5-F9A2-952F-A7EA-DB91115AD73E}"/>
              </a:ext>
            </a:extLst>
          </p:cNvPr>
          <p:cNvSpPr txBox="1"/>
          <p:nvPr/>
        </p:nvSpPr>
        <p:spPr>
          <a:xfrm>
            <a:off x="7333442" y="3739639"/>
            <a:ext cx="67685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958A4-15FE-6B6C-6AF8-BAFDAFFD4913}"/>
              </a:ext>
            </a:extLst>
          </p:cNvPr>
          <p:cNvSpPr/>
          <p:nvPr/>
        </p:nvSpPr>
        <p:spPr>
          <a:xfrm>
            <a:off x="2156435" y="1989993"/>
            <a:ext cx="2676962" cy="1162103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B39C47-FABE-E144-740D-39AED078A9F3}"/>
              </a:ext>
            </a:extLst>
          </p:cNvPr>
          <p:cNvCxnSpPr>
            <a:cxnSpLocks/>
          </p:cNvCxnSpPr>
          <p:nvPr/>
        </p:nvCxnSpPr>
        <p:spPr>
          <a:xfrm>
            <a:off x="3719330" y="3180523"/>
            <a:ext cx="0" cy="1101596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552375-ED84-9AE6-1A5C-A6BD34C3BF3A}"/>
              </a:ext>
            </a:extLst>
          </p:cNvPr>
          <p:cNvSpPr txBox="1"/>
          <p:nvPr/>
        </p:nvSpPr>
        <p:spPr>
          <a:xfrm>
            <a:off x="2975429" y="4414639"/>
            <a:ext cx="151554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Fonts Group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EAEA67-BCD6-CDE3-EEA0-9E26412B17B4}"/>
              </a:ext>
            </a:extLst>
          </p:cNvPr>
          <p:cNvSpPr/>
          <p:nvPr/>
        </p:nvSpPr>
        <p:spPr>
          <a:xfrm>
            <a:off x="4931183" y="2003245"/>
            <a:ext cx="2055745" cy="119653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83FF51-E0FB-A86A-0E5B-5EB652533C5D}"/>
              </a:ext>
            </a:extLst>
          </p:cNvPr>
          <p:cNvCxnSpPr>
            <a:cxnSpLocks/>
          </p:cNvCxnSpPr>
          <p:nvPr/>
        </p:nvCxnSpPr>
        <p:spPr>
          <a:xfrm>
            <a:off x="5688955" y="3206187"/>
            <a:ext cx="0" cy="85652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821B8E-A80C-D55E-2E87-F97052EF16B2}"/>
              </a:ext>
            </a:extLst>
          </p:cNvPr>
          <p:cNvSpPr txBox="1"/>
          <p:nvPr/>
        </p:nvSpPr>
        <p:spPr>
          <a:xfrm>
            <a:off x="4931183" y="4029918"/>
            <a:ext cx="20557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Paragraph Group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A53AE-1737-53BE-CE64-96B8E56CD66A}"/>
              </a:ext>
            </a:extLst>
          </p:cNvPr>
          <p:cNvSpPr/>
          <p:nvPr/>
        </p:nvSpPr>
        <p:spPr>
          <a:xfrm>
            <a:off x="104678" y="1989993"/>
            <a:ext cx="11451315" cy="11836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CC4395-CDFF-C275-DA35-5B9FB5A42BA0}"/>
              </a:ext>
            </a:extLst>
          </p:cNvPr>
          <p:cNvCxnSpPr>
            <a:cxnSpLocks/>
          </p:cNvCxnSpPr>
          <p:nvPr/>
        </p:nvCxnSpPr>
        <p:spPr>
          <a:xfrm>
            <a:off x="9321477" y="3206187"/>
            <a:ext cx="0" cy="89593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0E6889-B7A9-B4E3-2709-41C8B6071BC6}"/>
              </a:ext>
            </a:extLst>
          </p:cNvPr>
          <p:cNvSpPr txBox="1"/>
          <p:nvPr/>
        </p:nvSpPr>
        <p:spPr>
          <a:xfrm>
            <a:off x="8878145" y="4102122"/>
            <a:ext cx="95891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Ribbon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62A08D-5931-1E62-6795-97AE552E24DC}"/>
              </a:ext>
            </a:extLst>
          </p:cNvPr>
          <p:cNvSpPr/>
          <p:nvPr/>
        </p:nvSpPr>
        <p:spPr>
          <a:xfrm>
            <a:off x="3721122" y="1106947"/>
            <a:ext cx="4143736" cy="360523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9670AE-60AE-DB62-8B0A-B57D8D8EF2F2}"/>
              </a:ext>
            </a:extLst>
          </p:cNvPr>
          <p:cNvCxnSpPr>
            <a:cxnSpLocks/>
          </p:cNvCxnSpPr>
          <p:nvPr/>
        </p:nvCxnSpPr>
        <p:spPr>
          <a:xfrm>
            <a:off x="6986938" y="1493616"/>
            <a:ext cx="1" cy="376129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682B28-D435-F0C1-3DF7-A43A7E669837}"/>
              </a:ext>
            </a:extLst>
          </p:cNvPr>
          <p:cNvSpPr txBox="1"/>
          <p:nvPr/>
        </p:nvSpPr>
        <p:spPr>
          <a:xfrm>
            <a:off x="6326451" y="5265557"/>
            <a:ext cx="111799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Bar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D3819C-02AC-D02E-2A4F-4AFD10D787FF}"/>
              </a:ext>
            </a:extLst>
          </p:cNvPr>
          <p:cNvCxnSpPr>
            <a:cxnSpLocks/>
          </p:cNvCxnSpPr>
          <p:nvPr/>
        </p:nvCxnSpPr>
        <p:spPr>
          <a:xfrm flipH="1" flipV="1">
            <a:off x="1348004" y="2922297"/>
            <a:ext cx="1049336" cy="182750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5019DB-45F3-6D8A-5F04-76FB1416161D}"/>
              </a:ext>
            </a:extLst>
          </p:cNvPr>
          <p:cNvSpPr txBox="1"/>
          <p:nvPr/>
        </p:nvSpPr>
        <p:spPr>
          <a:xfrm>
            <a:off x="1796547" y="4749806"/>
            <a:ext cx="172996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New Slide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5F6F1A-B460-3FC7-EBE9-A1FCC75A357A}"/>
              </a:ext>
            </a:extLst>
          </p:cNvPr>
          <p:cNvSpPr/>
          <p:nvPr/>
        </p:nvSpPr>
        <p:spPr>
          <a:xfrm>
            <a:off x="1001500" y="2115008"/>
            <a:ext cx="545615" cy="807289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2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18" grpId="0" animBg="1"/>
      <p:bldP spid="21" grpId="0"/>
      <p:bldP spid="23" grpId="0" animBg="1"/>
      <p:bldP spid="27" grpId="0" animBg="1"/>
      <p:bldP spid="32" grpId="0"/>
      <p:bldP spid="8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034" y="1000887"/>
            <a:ext cx="7772400" cy="1064346"/>
          </a:xfrm>
        </p:spPr>
        <p:txBody>
          <a:bodyPr>
            <a:normAutofit/>
          </a:bodyPr>
          <a:lstStyle/>
          <a:p>
            <a:r>
              <a:rPr sz="4000" b="1" u="sng" dirty="0"/>
              <a:t>Creating a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667" y="2065233"/>
            <a:ext cx="7772400" cy="295442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Use Home Tab to:</a:t>
            </a:r>
          </a:p>
          <a:p>
            <a:r>
              <a:rPr dirty="0"/>
              <a:t> Add new slides</a:t>
            </a:r>
          </a:p>
          <a:p>
            <a:r>
              <a:rPr dirty="0"/>
              <a:t> Choose layout</a:t>
            </a:r>
          </a:p>
          <a:p>
            <a:r>
              <a:rPr dirty="0"/>
              <a:t> </a:t>
            </a:r>
            <a:r>
              <a:rPr lang="en-US" dirty="0"/>
              <a:t> </a:t>
            </a:r>
            <a:r>
              <a:rPr dirty="0"/>
              <a:t>Format text</a:t>
            </a:r>
          </a:p>
          <a:p>
            <a:r>
              <a:rPr lang="en-US" dirty="0"/>
              <a:t>  </a:t>
            </a:r>
            <a:r>
              <a:rPr dirty="0"/>
              <a:t>Use Design Tab for:</a:t>
            </a:r>
          </a:p>
          <a:p>
            <a:pPr marL="0" indent="0">
              <a:buNone/>
            </a:pPr>
            <a:r>
              <a:rPr lang="en-US" dirty="0"/>
              <a:t>  	</a:t>
            </a:r>
            <a:r>
              <a:rPr dirty="0"/>
              <a:t>Themes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 Slide size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Background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E6117-8798-4AB0-81F2-5D587E73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937" y="2377413"/>
            <a:ext cx="8476458" cy="210317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1D9D-AD36-21EF-4BED-8E779983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810588" cy="524617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layouts and design themes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FF8B9-AA22-00E1-BCD4-CE931E1A9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329136"/>
            <a:ext cx="5250163" cy="461649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875407-3A69-0435-46A4-EE604C912923}"/>
              </a:ext>
            </a:extLst>
          </p:cNvPr>
          <p:cNvSpPr/>
          <p:nvPr/>
        </p:nvSpPr>
        <p:spPr>
          <a:xfrm>
            <a:off x="1620971" y="1684081"/>
            <a:ext cx="670817" cy="339345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25607B-E405-6A8C-F3D5-80E758A52130}"/>
              </a:ext>
            </a:extLst>
          </p:cNvPr>
          <p:cNvCxnSpPr>
            <a:cxnSpLocks/>
          </p:cNvCxnSpPr>
          <p:nvPr/>
        </p:nvCxnSpPr>
        <p:spPr>
          <a:xfrm flipV="1">
            <a:off x="704607" y="2058151"/>
            <a:ext cx="1077894" cy="103624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682816-1B3A-B6D1-468A-4FE3BFAA86FA}"/>
              </a:ext>
            </a:extLst>
          </p:cNvPr>
          <p:cNvSpPr txBox="1"/>
          <p:nvPr/>
        </p:nvSpPr>
        <p:spPr>
          <a:xfrm>
            <a:off x="147572" y="3059668"/>
            <a:ext cx="111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home tab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BC4491-8D3D-B166-11BC-86A87C05FE2B}"/>
              </a:ext>
            </a:extLst>
          </p:cNvPr>
          <p:cNvSpPr/>
          <p:nvPr/>
        </p:nvSpPr>
        <p:spPr>
          <a:xfrm>
            <a:off x="2851505" y="2023427"/>
            <a:ext cx="979716" cy="245212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7A9A4-8921-A092-80BE-CC6AB388AD79}"/>
              </a:ext>
            </a:extLst>
          </p:cNvPr>
          <p:cNvSpPr/>
          <p:nvPr/>
        </p:nvSpPr>
        <p:spPr>
          <a:xfrm>
            <a:off x="2851504" y="2315706"/>
            <a:ext cx="3850237" cy="3629924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0CB62-ACCC-C5E6-50CA-F1911CB89765}"/>
              </a:ext>
            </a:extLst>
          </p:cNvPr>
          <p:cNvSpPr txBox="1"/>
          <p:nvPr/>
        </p:nvSpPr>
        <p:spPr>
          <a:xfrm>
            <a:off x="337509" y="3873680"/>
            <a:ext cx="111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Layout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82758E-8226-EBCE-9A7E-10D780AF703F}"/>
              </a:ext>
            </a:extLst>
          </p:cNvPr>
          <p:cNvCxnSpPr>
            <a:cxnSpLocks/>
          </p:cNvCxnSpPr>
          <p:nvPr/>
        </p:nvCxnSpPr>
        <p:spPr>
          <a:xfrm flipV="1">
            <a:off x="1125719" y="2268639"/>
            <a:ext cx="1725784" cy="171588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632E18-B538-48A4-F325-D6A959302EA0}"/>
              </a:ext>
            </a:extLst>
          </p:cNvPr>
          <p:cNvSpPr txBox="1"/>
          <p:nvPr/>
        </p:nvSpPr>
        <p:spPr>
          <a:xfrm>
            <a:off x="8286539" y="4197310"/>
            <a:ext cx="111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all layout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8A8C07-4802-26D3-3098-64EAD3D03E4B}"/>
              </a:ext>
            </a:extLst>
          </p:cNvPr>
          <p:cNvCxnSpPr>
            <a:cxnSpLocks/>
          </p:cNvCxnSpPr>
          <p:nvPr/>
        </p:nvCxnSpPr>
        <p:spPr>
          <a:xfrm flipH="1" flipV="1">
            <a:off x="6701741" y="3637383"/>
            <a:ext cx="1666755" cy="737847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52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7" grpId="0" animBg="1"/>
      <p:bldP spid="18" grpId="0" animBg="1"/>
      <p:bldP spid="19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056C-DE8B-E74A-562E-A4842236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design themes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099D7F-AB45-34F0-04AB-CBCC0CC8F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225" y="2872353"/>
            <a:ext cx="8310623" cy="2105176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616DBF-C6E8-6B6F-8C20-51ACCF9D9488}"/>
              </a:ext>
            </a:extLst>
          </p:cNvPr>
          <p:cNvSpPr/>
          <p:nvPr/>
        </p:nvSpPr>
        <p:spPr>
          <a:xfrm>
            <a:off x="3519220" y="2879535"/>
            <a:ext cx="751838" cy="445661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76C9F7-C3DD-88BD-3AAB-734705095CF8}"/>
              </a:ext>
            </a:extLst>
          </p:cNvPr>
          <p:cNvCxnSpPr>
            <a:cxnSpLocks/>
          </p:cNvCxnSpPr>
          <p:nvPr/>
        </p:nvCxnSpPr>
        <p:spPr>
          <a:xfrm flipV="1">
            <a:off x="1451579" y="3173591"/>
            <a:ext cx="2087796" cy="59477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45DCF6-09E2-0B20-2F52-1D67345E1C22}"/>
              </a:ext>
            </a:extLst>
          </p:cNvPr>
          <p:cNvSpPr txBox="1"/>
          <p:nvPr/>
        </p:nvSpPr>
        <p:spPr>
          <a:xfrm>
            <a:off x="442072" y="3601775"/>
            <a:ext cx="1114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Design tab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8D5A8D-52D4-653D-8690-90ED895F85B7}"/>
              </a:ext>
            </a:extLst>
          </p:cNvPr>
          <p:cNvSpPr/>
          <p:nvPr/>
        </p:nvSpPr>
        <p:spPr>
          <a:xfrm>
            <a:off x="1913955" y="3322702"/>
            <a:ext cx="7855078" cy="1434491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61256-F55B-9071-C3E1-3504AFAF6393}"/>
              </a:ext>
            </a:extLst>
          </p:cNvPr>
          <p:cNvSpPr txBox="1"/>
          <p:nvPr/>
        </p:nvSpPr>
        <p:spPr>
          <a:xfrm>
            <a:off x="8264324" y="5349797"/>
            <a:ext cx="1725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Designs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52DA03-564F-887F-B80C-5FC89B0CC4DE}"/>
              </a:ext>
            </a:extLst>
          </p:cNvPr>
          <p:cNvCxnSpPr>
            <a:cxnSpLocks/>
          </p:cNvCxnSpPr>
          <p:nvPr/>
        </p:nvCxnSpPr>
        <p:spPr>
          <a:xfrm flipH="1" flipV="1">
            <a:off x="7824486" y="4757193"/>
            <a:ext cx="555585" cy="59260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2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797" y="1130407"/>
            <a:ext cx="9603275" cy="1049235"/>
          </a:xfrm>
        </p:spPr>
        <p:txBody>
          <a:bodyPr>
            <a:normAutofit fontScale="90000"/>
          </a:bodyPr>
          <a:lstStyle/>
          <a:p>
            <a:r>
              <a:rPr sz="3600" b="1" u="sng" dirty="0"/>
              <a:t>Creating a Photo Album</a:t>
            </a:r>
            <a:br>
              <a:rPr lang="en-US" sz="3600" b="1" u="sng" dirty="0"/>
            </a:br>
            <a:br>
              <a:rPr lang="en-US" sz="3600" b="1" u="sng" dirty="0"/>
            </a:br>
            <a:br>
              <a:rPr lang="en-US" sz="3600" b="1" u="sng" dirty="0"/>
            </a:br>
            <a:endParaRPr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7326" y="2017597"/>
            <a:ext cx="7772400" cy="1952520"/>
          </a:xfrm>
        </p:spPr>
        <p:txBody>
          <a:bodyPr>
            <a:normAutofit/>
          </a:bodyPr>
          <a:lstStyle/>
          <a:p>
            <a:r>
              <a:rPr dirty="0"/>
              <a:t>Go to Insert </a:t>
            </a:r>
            <a:r>
              <a:rPr lang="en-US" dirty="0"/>
              <a:t>-</a:t>
            </a:r>
            <a:r>
              <a:rPr dirty="0"/>
              <a:t> Photo Album</a:t>
            </a:r>
          </a:p>
          <a:p>
            <a:r>
              <a:rPr dirty="0"/>
              <a:t>Choose pictures from PC</a:t>
            </a:r>
          </a:p>
          <a:p>
            <a:r>
              <a:rPr dirty="0"/>
              <a:t>Adjust layout and design</a:t>
            </a:r>
          </a:p>
          <a:p>
            <a:r>
              <a:rPr dirty="0"/>
              <a:t>Click 'Create' to generate album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DCDCA-7F69-413C-876A-39039FC9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9" y="4158204"/>
            <a:ext cx="10871893" cy="177960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A33C90-7408-4558-B5F1-41816452D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" y="-1"/>
            <a:ext cx="12196849" cy="52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4257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F5AD-8522-DE10-8327-722486E9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A8DD-633F-930F-C2B6-925C3FF4D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B67CF-366D-4A9B-8B6C-2CF595A0C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32" y="-75490"/>
            <a:ext cx="9813989" cy="68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36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B53F-E957-D6F0-1EC6-E58E7F16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E185-73D5-0EDD-8241-B05A4EDED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447BE5-D829-1E6E-6A16-176FB32A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10379280" cy="62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22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942" y="874209"/>
            <a:ext cx="9304116" cy="712762"/>
          </a:xfrm>
        </p:spPr>
        <p:txBody>
          <a:bodyPr>
            <a:normAutofit fontScale="90000"/>
          </a:bodyPr>
          <a:lstStyle/>
          <a:p>
            <a:r>
              <a:rPr sz="3600" b="1" u="sng" dirty="0"/>
              <a:t>Transitions &amp; Background 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942" y="2010496"/>
            <a:ext cx="4366549" cy="1964451"/>
          </a:xfrm>
        </p:spPr>
        <p:txBody>
          <a:bodyPr>
            <a:normAutofit lnSpcReduction="10000"/>
          </a:bodyPr>
          <a:lstStyle/>
          <a:p>
            <a:r>
              <a:rPr sz="1600" dirty="0"/>
              <a:t>Transitions Tab: Choose effects between slides</a:t>
            </a:r>
          </a:p>
          <a:p>
            <a:r>
              <a:rPr sz="1600" dirty="0"/>
              <a:t>Add sound:</a:t>
            </a:r>
          </a:p>
          <a:p>
            <a:r>
              <a:rPr sz="1600" dirty="0"/>
              <a:t> Go to Insert &gt; Audio</a:t>
            </a:r>
          </a:p>
          <a:p>
            <a:r>
              <a:rPr sz="1600" dirty="0"/>
              <a:t> Choose 'Audio on My PC'</a:t>
            </a:r>
          </a:p>
          <a:p>
            <a:r>
              <a:rPr sz="1600" dirty="0"/>
              <a:t> Set to play in background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1EBF83-48BE-4430-AB27-4867FEA66D1C}"/>
              </a:ext>
            </a:extLst>
          </p:cNvPr>
          <p:cNvSpPr/>
          <p:nvPr/>
        </p:nvSpPr>
        <p:spPr>
          <a:xfrm>
            <a:off x="6835266" y="2805281"/>
            <a:ext cx="4572000" cy="12900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Add a slide between sections</a:t>
            </a:r>
          </a:p>
          <a:p>
            <a:pPr>
              <a:lnSpc>
                <a:spcPct val="150000"/>
              </a:lnSpc>
            </a:pPr>
            <a:r>
              <a:rPr lang="en-US" dirty="0"/>
              <a:t>Apply distinct transition (e.g., Fade)</a:t>
            </a:r>
          </a:p>
          <a:p>
            <a:pPr>
              <a:lnSpc>
                <a:spcPct val="150000"/>
              </a:lnSpc>
            </a:pPr>
            <a:r>
              <a:rPr lang="en-US" dirty="0"/>
              <a:t>Use Slide Sorter view for smooth 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364E9E-D86C-4E72-B2F2-33E0995B5AEF}"/>
              </a:ext>
            </a:extLst>
          </p:cNvPr>
          <p:cNvSpPr/>
          <p:nvPr/>
        </p:nvSpPr>
        <p:spPr>
          <a:xfrm>
            <a:off x="6835266" y="2285438"/>
            <a:ext cx="39127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Transition Slide &amp; Working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E5F6-9270-0D10-2950-5DB7AD2D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transitions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A4E0-04F8-660F-6079-D5A0392C5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692E0-8970-9E50-E79D-A021B4C0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15732"/>
            <a:ext cx="8639175" cy="20269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C907A7-A3E9-AC75-CC24-53C8134DCE21}"/>
              </a:ext>
            </a:extLst>
          </p:cNvPr>
          <p:cNvSpPr/>
          <p:nvPr/>
        </p:nvSpPr>
        <p:spPr>
          <a:xfrm>
            <a:off x="2639544" y="2033299"/>
            <a:ext cx="751838" cy="445661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6D7BE3-5BC1-2C59-68AE-E628E9176561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732888" y="2386407"/>
            <a:ext cx="1906655" cy="113480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26BDE4-B3DA-D1EC-725B-D9AFF7B359E3}"/>
              </a:ext>
            </a:extLst>
          </p:cNvPr>
          <p:cNvSpPr txBox="1"/>
          <p:nvPr/>
        </p:nvSpPr>
        <p:spPr>
          <a:xfrm>
            <a:off x="175854" y="3521211"/>
            <a:ext cx="1114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Transition tab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35DEA-CA67-5760-288B-19ED1F5C4E9F}"/>
              </a:ext>
            </a:extLst>
          </p:cNvPr>
          <p:cNvSpPr/>
          <p:nvPr/>
        </p:nvSpPr>
        <p:spPr>
          <a:xfrm>
            <a:off x="1451578" y="2548385"/>
            <a:ext cx="8639175" cy="1434491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3CF8B-DB3E-C6AF-38AD-6AA4916F79D2}"/>
              </a:ext>
            </a:extLst>
          </p:cNvPr>
          <p:cNvSpPr txBox="1"/>
          <p:nvPr/>
        </p:nvSpPr>
        <p:spPr>
          <a:xfrm>
            <a:off x="7616142" y="4575342"/>
            <a:ext cx="1725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transition to a single slide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CF2FE8-3DA4-F64B-B558-5192E09F6FB4}"/>
              </a:ext>
            </a:extLst>
          </p:cNvPr>
          <p:cNvCxnSpPr>
            <a:cxnSpLocks/>
          </p:cNvCxnSpPr>
          <p:nvPr/>
        </p:nvCxnSpPr>
        <p:spPr>
          <a:xfrm flipH="1" flipV="1">
            <a:off x="7164729" y="3982738"/>
            <a:ext cx="555585" cy="59260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1702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384" y="1268152"/>
            <a:ext cx="7772400" cy="811236"/>
          </a:xfrm>
        </p:spPr>
        <p:txBody>
          <a:bodyPr>
            <a:normAutofit/>
          </a:bodyPr>
          <a:lstStyle/>
          <a:p>
            <a:r>
              <a:rPr sz="3600" b="1" u="sng" dirty="0"/>
              <a:t>Applying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212" y="2079388"/>
            <a:ext cx="7772400" cy="1740615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Go to Animations Tab</a:t>
            </a:r>
          </a:p>
          <a:p>
            <a:r>
              <a:rPr dirty="0"/>
              <a:t>Select object (text/image)</a:t>
            </a:r>
          </a:p>
          <a:p>
            <a:r>
              <a:rPr dirty="0"/>
              <a:t>Choose animation style</a:t>
            </a:r>
          </a:p>
          <a:p>
            <a:r>
              <a:rPr dirty="0"/>
              <a:t>Use Animation Pane to control timing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E5F6-9270-0D10-2950-5DB7AD2D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Animations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FB9A9-ABA9-8DEE-2E2E-13EC0E97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7" y="2015732"/>
            <a:ext cx="8800833" cy="21291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C907A7-A3E9-AC75-CC24-53C8134DCE21}"/>
              </a:ext>
            </a:extLst>
          </p:cNvPr>
          <p:cNvSpPr/>
          <p:nvPr/>
        </p:nvSpPr>
        <p:spPr>
          <a:xfrm>
            <a:off x="4711413" y="2015733"/>
            <a:ext cx="1191676" cy="485254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6D7BE3-5BC1-2C59-68AE-E628E9176561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13715" y="2386407"/>
            <a:ext cx="3897698" cy="113480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26BDE4-B3DA-D1EC-725B-D9AFF7B359E3}"/>
              </a:ext>
            </a:extLst>
          </p:cNvPr>
          <p:cNvSpPr txBox="1"/>
          <p:nvPr/>
        </p:nvSpPr>
        <p:spPr>
          <a:xfrm>
            <a:off x="175854" y="3521211"/>
            <a:ext cx="1275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Click on Animation tab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35DEA-CA67-5760-288B-19ED1F5C4E9F}"/>
              </a:ext>
            </a:extLst>
          </p:cNvPr>
          <p:cNvSpPr/>
          <p:nvPr/>
        </p:nvSpPr>
        <p:spPr>
          <a:xfrm>
            <a:off x="1451578" y="2548385"/>
            <a:ext cx="8800832" cy="1505479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3CF8B-DB3E-C6AF-38AD-6AA4916F79D2}"/>
              </a:ext>
            </a:extLst>
          </p:cNvPr>
          <p:cNvSpPr txBox="1"/>
          <p:nvPr/>
        </p:nvSpPr>
        <p:spPr>
          <a:xfrm>
            <a:off x="7616142" y="4575342"/>
            <a:ext cx="1725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3.These are Animation to a text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CF2FE8-3DA4-F64B-B558-5192E09F6FB4}"/>
              </a:ext>
            </a:extLst>
          </p:cNvPr>
          <p:cNvCxnSpPr>
            <a:cxnSpLocks/>
          </p:cNvCxnSpPr>
          <p:nvPr/>
        </p:nvCxnSpPr>
        <p:spPr>
          <a:xfrm flipH="1" flipV="1">
            <a:off x="7164729" y="3982738"/>
            <a:ext cx="555585" cy="592604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1777CA-5CE8-A29E-B247-6F790057A7D8}"/>
              </a:ext>
            </a:extLst>
          </p:cNvPr>
          <p:cNvSpPr txBox="1"/>
          <p:nvPr/>
        </p:nvSpPr>
        <p:spPr>
          <a:xfrm>
            <a:off x="4175856" y="4556714"/>
            <a:ext cx="1275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2.Click on text which you want to animate</a:t>
            </a:r>
          </a:p>
        </p:txBody>
      </p:sp>
    </p:spTree>
    <p:extLst>
      <p:ext uri="{BB962C8B-B14F-4D97-AF65-F5344CB8AC3E}">
        <p14:creationId xmlns:p14="http://schemas.microsoft.com/office/powerpoint/2010/main" val="23228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742" y="1330832"/>
            <a:ext cx="7772400" cy="811236"/>
          </a:xfrm>
        </p:spPr>
        <p:txBody>
          <a:bodyPr/>
          <a:lstStyle/>
          <a:p>
            <a:r>
              <a:rPr b="1" u="sng" dirty="0"/>
              <a:t>Slide Ma</a:t>
            </a:r>
            <a:r>
              <a:rPr lang="en-US" b="1" u="sng" dirty="0"/>
              <a:t>ster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7109" y="2142068"/>
            <a:ext cx="7772400" cy="128693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View &gt; Slide Master</a:t>
            </a:r>
          </a:p>
          <a:p>
            <a:r>
              <a:rPr dirty="0"/>
              <a:t>Customize title, font, logo, layout</a:t>
            </a:r>
          </a:p>
          <a:p>
            <a:r>
              <a:rPr dirty="0"/>
              <a:t>Saves time, applies design across all slides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C3FFB-F7F2-0D73-A3D6-D1691F241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29" y="1841941"/>
            <a:ext cx="10139565" cy="2579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D644F9-6B6C-495A-BE31-891D96496FFB}"/>
              </a:ext>
            </a:extLst>
          </p:cNvPr>
          <p:cNvSpPr/>
          <p:nvPr/>
        </p:nvSpPr>
        <p:spPr>
          <a:xfrm>
            <a:off x="8900932" y="2511706"/>
            <a:ext cx="636607" cy="3356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CD53C1-DCEF-0F58-2ADC-1E740725120B}"/>
              </a:ext>
            </a:extLst>
          </p:cNvPr>
          <p:cNvCxnSpPr>
            <a:cxnSpLocks/>
          </p:cNvCxnSpPr>
          <p:nvPr/>
        </p:nvCxnSpPr>
        <p:spPr>
          <a:xfrm>
            <a:off x="7859210" y="1481559"/>
            <a:ext cx="1041722" cy="10301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CB4D8D-024A-8554-9539-DE0365091445}"/>
              </a:ext>
            </a:extLst>
          </p:cNvPr>
          <p:cNvSpPr txBox="1"/>
          <p:nvPr/>
        </p:nvSpPr>
        <p:spPr>
          <a:xfrm>
            <a:off x="6664124" y="1112227"/>
            <a:ext cx="2722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view Tab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9E2F2-2FAE-80DB-2F52-7393B5ACCFEA}"/>
              </a:ext>
            </a:extLst>
          </p:cNvPr>
          <p:cNvSpPr/>
          <p:nvPr/>
        </p:nvSpPr>
        <p:spPr>
          <a:xfrm>
            <a:off x="4504481" y="2847372"/>
            <a:ext cx="636607" cy="10880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1409BC-0BF3-5E8F-00A6-645D1B83244B}"/>
              </a:ext>
            </a:extLst>
          </p:cNvPr>
          <p:cNvCxnSpPr>
            <a:cxnSpLocks/>
          </p:cNvCxnSpPr>
          <p:nvPr/>
        </p:nvCxnSpPr>
        <p:spPr>
          <a:xfrm flipH="1" flipV="1">
            <a:off x="5058137" y="3978680"/>
            <a:ext cx="1037863" cy="11178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409B45-F974-0316-1DE4-4D21ED4E0F93}"/>
              </a:ext>
            </a:extLst>
          </p:cNvPr>
          <p:cNvSpPr txBox="1"/>
          <p:nvPr/>
        </p:nvSpPr>
        <p:spPr>
          <a:xfrm>
            <a:off x="5529203" y="5053275"/>
            <a:ext cx="2722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Slide Master add tab Slide Master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1A3B18-4441-076C-70DE-C804B3B5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89" y="1899031"/>
            <a:ext cx="11227221" cy="25795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46CD8C4-3478-6A1B-77B5-5C84B0F96E8F}"/>
              </a:ext>
            </a:extLst>
          </p:cNvPr>
          <p:cNvSpPr/>
          <p:nvPr/>
        </p:nvSpPr>
        <p:spPr>
          <a:xfrm>
            <a:off x="1191829" y="1990844"/>
            <a:ext cx="1029727" cy="4745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7EE0C9-4D45-3774-32EF-1D0B0DD796FA}"/>
              </a:ext>
            </a:extLst>
          </p:cNvPr>
          <p:cNvCxnSpPr>
            <a:cxnSpLocks/>
          </p:cNvCxnSpPr>
          <p:nvPr/>
        </p:nvCxnSpPr>
        <p:spPr>
          <a:xfrm>
            <a:off x="1402465" y="2511706"/>
            <a:ext cx="530507" cy="242989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17CBCD0-49EC-B2C7-AB11-B172A37BC34A}"/>
              </a:ext>
            </a:extLst>
          </p:cNvPr>
          <p:cNvSpPr txBox="1"/>
          <p:nvPr/>
        </p:nvSpPr>
        <p:spPr>
          <a:xfrm>
            <a:off x="1402465" y="4941605"/>
            <a:ext cx="2722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 master Tab</a:t>
            </a:r>
          </a:p>
        </p:txBody>
      </p:sp>
    </p:spTree>
    <p:extLst>
      <p:ext uri="{BB962C8B-B14F-4D97-AF65-F5344CB8AC3E}">
        <p14:creationId xmlns:p14="http://schemas.microsoft.com/office/powerpoint/2010/main" val="4765553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3" grpId="0" animBg="1"/>
      <p:bldP spid="15" grpId="0"/>
      <p:bldP spid="18" grpId="0" animBg="1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0C57-AD96-9833-C0E8-A8039390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6E88-2311-31D6-6A9A-7426BE9E4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 a 5-slide company overview presentation 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158879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297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Gill Sans MT</vt:lpstr>
      <vt:lpstr>Times New Roman</vt:lpstr>
      <vt:lpstr>Gallery</vt:lpstr>
      <vt:lpstr>Microsoft Power Point</vt:lpstr>
      <vt:lpstr>Introduction &amp; interface of PowerPoint :</vt:lpstr>
      <vt:lpstr>MS Power Point Interface</vt:lpstr>
      <vt:lpstr>Creating a Presentation</vt:lpstr>
      <vt:lpstr>Slide layouts and design themes </vt:lpstr>
      <vt:lpstr>Slide design themes  </vt:lpstr>
      <vt:lpstr>Creating a Photo Album   </vt:lpstr>
      <vt:lpstr>PowerPoint Presentation</vt:lpstr>
      <vt:lpstr>PowerPoint Presentation</vt:lpstr>
      <vt:lpstr>PowerPoint Presentation</vt:lpstr>
      <vt:lpstr>Transitions &amp; Background Sound</vt:lpstr>
      <vt:lpstr>Using transitions </vt:lpstr>
      <vt:lpstr>Applying Animation</vt:lpstr>
      <vt:lpstr>Using Animations </vt:lpstr>
      <vt:lpstr>Slide Master</vt:lpstr>
      <vt:lpstr>PowerPoint Presentation</vt:lpstr>
      <vt:lpstr>Practical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38</cp:revision>
  <dcterms:created xsi:type="dcterms:W3CDTF">2026-02-14T13:09:25Z</dcterms:created>
  <dcterms:modified xsi:type="dcterms:W3CDTF">2026-02-14T14:57:05Z</dcterms:modified>
</cp:coreProperties>
</file>