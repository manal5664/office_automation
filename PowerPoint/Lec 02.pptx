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66" r:id="rId2"/>
    <p:sldId id="267" r:id="rId3"/>
    <p:sldId id="257" r:id="rId4"/>
    <p:sldId id="258" r:id="rId5"/>
    <p:sldId id="268" r:id="rId6"/>
    <p:sldId id="260" r:id="rId7"/>
    <p:sldId id="259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10338-2C47-431D-A32C-C634FACBE23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F558C-6689-450C-A9C3-504BF53BC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3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F558C-6689-450C-A9C3-504BF53BCB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78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F558C-6689-450C-A9C3-504BF53BCB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13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3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0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0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7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8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3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6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0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32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334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34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09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72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81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8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6E6662-2D37-4012-AB38-541C81AD47BE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855B0-9318-4796-BBF9-C848831F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174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69208-3EEB-40C0-9C1C-E743FCD44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4533" y="2812648"/>
            <a:ext cx="7070588" cy="2898836"/>
          </a:xfrm>
        </p:spPr>
        <p:txBody>
          <a:bodyPr/>
          <a:lstStyle/>
          <a:p>
            <a:pPr marL="0" indent="0" algn="r">
              <a:buNone/>
            </a:pPr>
            <a:r>
              <a:rPr lang="en-US" sz="3600" dirty="0"/>
              <a:t>Microsoft PowerPoint 2021 </a:t>
            </a:r>
          </a:p>
          <a:p>
            <a:pPr marL="0" indent="0" algn="r">
              <a:buNone/>
            </a:pPr>
            <a:r>
              <a:rPr lang="en-US" sz="2000" dirty="0"/>
              <a:t>Presented by Manal Asghar</a:t>
            </a:r>
          </a:p>
        </p:txBody>
      </p:sp>
    </p:spTree>
    <p:extLst>
      <p:ext uri="{BB962C8B-B14F-4D97-AF65-F5344CB8AC3E}">
        <p14:creationId xmlns:p14="http://schemas.microsoft.com/office/powerpoint/2010/main" val="77646045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Multimedia &amp; Slide Management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853248"/>
            <a:ext cx="8783256" cy="1932220"/>
          </a:xfrm>
        </p:spPr>
        <p:txBody>
          <a:bodyPr>
            <a:normAutofit/>
          </a:bodyPr>
          <a:lstStyle/>
          <a:p>
            <a:r>
              <a:rPr dirty="0"/>
              <a:t>Insert videos </a:t>
            </a:r>
            <a:endParaRPr lang="en-US" dirty="0"/>
          </a:p>
          <a:p>
            <a:r>
              <a:rPr dirty="0"/>
              <a:t> Screen recording  </a:t>
            </a:r>
            <a:endParaRPr lang="en-US" dirty="0"/>
          </a:p>
          <a:p>
            <a:r>
              <a:rPr dirty="0"/>
              <a:t>Export as video </a:t>
            </a:r>
            <a:endParaRPr lang="en-US" dirty="0"/>
          </a:p>
          <a:p>
            <a:r>
              <a:rPr dirty="0"/>
              <a:t>Slide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21AE62-0B09-4A65-AF78-48263E57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3721410"/>
            <a:ext cx="11160067" cy="256668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319692" cy="785773"/>
          </a:xfrm>
        </p:spPr>
        <p:txBody>
          <a:bodyPr>
            <a:normAutofit/>
          </a:bodyPr>
          <a:lstStyle/>
          <a:p>
            <a:r>
              <a:rPr sz="3600" b="1" u="sng" dirty="0"/>
              <a:t>Inserting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582" y="1445630"/>
            <a:ext cx="7772400" cy="145626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Go to Insert &gt; Video</a:t>
            </a:r>
          </a:p>
          <a:p>
            <a:r>
              <a:rPr lang="en-US" dirty="0"/>
              <a:t>Choose Video on My PC or Online Video</a:t>
            </a:r>
          </a:p>
          <a:p>
            <a:r>
              <a:rPr lang="en-US" dirty="0"/>
              <a:t>Resize and position on slide</a:t>
            </a:r>
          </a:p>
          <a:p>
            <a:r>
              <a:rPr lang="en-US" dirty="0"/>
              <a:t>Playback options in ‘Playback’ tab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D2B77-C5A8-11AA-2C4F-213DE61B4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7705"/>
            <a:ext cx="12192000" cy="2529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AD3F53-9D5B-72CB-CF8A-8C247766BFA8}"/>
              </a:ext>
            </a:extLst>
          </p:cNvPr>
          <p:cNvSpPr/>
          <p:nvPr/>
        </p:nvSpPr>
        <p:spPr>
          <a:xfrm>
            <a:off x="515966" y="3429000"/>
            <a:ext cx="569231" cy="25174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9B0BB1-BA57-92DA-5E7B-9D620324980B}"/>
              </a:ext>
            </a:extLst>
          </p:cNvPr>
          <p:cNvSpPr/>
          <p:nvPr/>
        </p:nvSpPr>
        <p:spPr>
          <a:xfrm>
            <a:off x="10611019" y="3680749"/>
            <a:ext cx="569231" cy="7890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0651D0-4108-1278-2349-1B38B3F0CAD1}"/>
              </a:ext>
            </a:extLst>
          </p:cNvPr>
          <p:cNvSpPr/>
          <p:nvPr/>
        </p:nvSpPr>
        <p:spPr>
          <a:xfrm>
            <a:off x="10729732" y="4469757"/>
            <a:ext cx="1342663" cy="105729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6569B7-3906-20D8-7A3D-6C7B897CB63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908326" y="4075253"/>
            <a:ext cx="2702693" cy="1547603"/>
          </a:xfrm>
          <a:prstGeom prst="straightConnector1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3F4290-1C43-B68C-649F-AC935A222D0B}"/>
              </a:ext>
            </a:extLst>
          </p:cNvPr>
          <p:cNvSpPr txBox="1"/>
          <p:nvPr/>
        </p:nvSpPr>
        <p:spPr>
          <a:xfrm>
            <a:off x="1444908" y="5958597"/>
            <a:ext cx="1765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 to Insert 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9F50C4-6824-6792-1952-4B4B7E9E4304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077482" y="3703898"/>
            <a:ext cx="1249996" cy="2254699"/>
          </a:xfrm>
          <a:prstGeom prst="straightConnector1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1B1C57-B777-3878-065F-C0F6C2E04C30}"/>
              </a:ext>
            </a:extLst>
          </p:cNvPr>
          <p:cNvSpPr txBox="1"/>
          <p:nvPr/>
        </p:nvSpPr>
        <p:spPr>
          <a:xfrm>
            <a:off x="6510912" y="5773931"/>
            <a:ext cx="1847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Choose Video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0469C-F598-FAAB-2EAF-48385625C80E}"/>
              </a:ext>
            </a:extLst>
          </p:cNvPr>
          <p:cNvSpPr txBox="1"/>
          <p:nvPr/>
        </p:nvSpPr>
        <p:spPr>
          <a:xfrm>
            <a:off x="8572982" y="6229679"/>
            <a:ext cx="16290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My PC or Online Video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96C098-2E79-8C34-9A3D-AF5F661E1C73}"/>
              </a:ext>
            </a:extLst>
          </p:cNvPr>
          <p:cNvCxnSpPr>
            <a:cxnSpLocks/>
          </p:cNvCxnSpPr>
          <p:nvPr/>
        </p:nvCxnSpPr>
        <p:spPr>
          <a:xfrm flipV="1">
            <a:off x="10166725" y="5499450"/>
            <a:ext cx="886803" cy="1085127"/>
          </a:xfrm>
          <a:prstGeom prst="straightConnector1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/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Screen Recording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62241"/>
            <a:ext cx="7772400" cy="182502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Insert &gt; Screen Recording</a:t>
            </a:r>
          </a:p>
          <a:p>
            <a:r>
              <a:rPr dirty="0"/>
              <a:t>Select screen area</a:t>
            </a:r>
          </a:p>
          <a:p>
            <a:r>
              <a:rPr dirty="0"/>
              <a:t>Click Record</a:t>
            </a:r>
          </a:p>
          <a:p>
            <a:r>
              <a:rPr dirty="0"/>
              <a:t>Use stop shortcut (Windows + Shift + Q)</a:t>
            </a:r>
          </a:p>
          <a:p>
            <a:r>
              <a:rPr dirty="0"/>
              <a:t>Recording is inserted automatically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61FD5-CD96-4C02-A96D-BB6B0477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565" y="3706438"/>
            <a:ext cx="7138035" cy="20669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FA00AD-A5C2-2EA0-1981-790FA3BABEA0}"/>
              </a:ext>
            </a:extLst>
          </p:cNvPr>
          <p:cNvSpPr/>
          <p:nvPr/>
        </p:nvSpPr>
        <p:spPr>
          <a:xfrm>
            <a:off x="8727312" y="4548850"/>
            <a:ext cx="872273" cy="91440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15B19-CDAE-774B-C118-EB0BA8433E44}"/>
              </a:ext>
            </a:extLst>
          </p:cNvPr>
          <p:cNvSpPr txBox="1"/>
          <p:nvPr/>
        </p:nvSpPr>
        <p:spPr>
          <a:xfrm>
            <a:off x="5841996" y="6082116"/>
            <a:ext cx="228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here for screen recording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7E99AA-872A-191F-C75C-7D4ED7BA0570}"/>
              </a:ext>
            </a:extLst>
          </p:cNvPr>
          <p:cNvCxnSpPr>
            <a:cxnSpLocks/>
          </p:cNvCxnSpPr>
          <p:nvPr/>
        </p:nvCxnSpPr>
        <p:spPr>
          <a:xfrm flipV="1">
            <a:off x="7840509" y="5320155"/>
            <a:ext cx="886803" cy="1085127"/>
          </a:xfrm>
          <a:prstGeom prst="straightConnector1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706215-65DC-41D1-8466-570A9EB2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706" y="510525"/>
            <a:ext cx="5305275" cy="1734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40E36-1605-4DC8-B7D2-4F9E88035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352" y="2436571"/>
            <a:ext cx="4962525" cy="170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62D9F9-4158-4C5A-B8B2-C4DCDD4D1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487" y="4421431"/>
            <a:ext cx="3400425" cy="20669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8C63D-E265-29CD-C416-C1F9B2539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611" y="3916344"/>
            <a:ext cx="1790358" cy="1176419"/>
          </a:xfrm>
        </p:spPr>
        <p:txBody>
          <a:bodyPr/>
          <a:lstStyle/>
          <a:p>
            <a:r>
              <a:rPr lang="en-US" dirty="0"/>
              <a:t>Start recording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A5155B-5DA6-890F-B47D-25C2F13E3410}"/>
              </a:ext>
            </a:extLst>
          </p:cNvPr>
          <p:cNvSpPr/>
          <p:nvPr/>
        </p:nvSpPr>
        <p:spPr>
          <a:xfrm>
            <a:off x="4421531" y="717631"/>
            <a:ext cx="821801" cy="113188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7CA07-3396-32B6-AB89-9390E97E2578}"/>
              </a:ext>
            </a:extLst>
          </p:cNvPr>
          <p:cNvSpPr txBox="1"/>
          <p:nvPr/>
        </p:nvSpPr>
        <p:spPr>
          <a:xfrm>
            <a:off x="345025" y="1739050"/>
            <a:ext cx="18623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here for screen recording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9A34C5-4960-08FE-DDDB-C453D3D89132}"/>
              </a:ext>
            </a:extLst>
          </p:cNvPr>
          <p:cNvCxnSpPr>
            <a:cxnSpLocks/>
          </p:cNvCxnSpPr>
          <p:nvPr/>
        </p:nvCxnSpPr>
        <p:spPr>
          <a:xfrm flipV="1">
            <a:off x="1845790" y="1510354"/>
            <a:ext cx="2579419" cy="646332"/>
          </a:xfrm>
          <a:prstGeom prst="straightConnector1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9A0F3BF-D34F-3A2E-A865-7762D625DAEF}"/>
              </a:ext>
            </a:extLst>
          </p:cNvPr>
          <p:cNvSpPr/>
          <p:nvPr/>
        </p:nvSpPr>
        <p:spPr>
          <a:xfrm>
            <a:off x="4502552" y="2687941"/>
            <a:ext cx="740780" cy="1004383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661F55C-3E90-CF27-BC60-8401ABE66FFA}"/>
              </a:ext>
            </a:extLst>
          </p:cNvPr>
          <p:cNvCxnSpPr>
            <a:cxnSpLocks/>
          </p:cNvCxnSpPr>
          <p:nvPr/>
        </p:nvCxnSpPr>
        <p:spPr>
          <a:xfrm flipV="1">
            <a:off x="2136531" y="3498708"/>
            <a:ext cx="2370076" cy="571708"/>
          </a:xfrm>
          <a:prstGeom prst="straightConnector1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906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Convert PPT to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3741" y="1874783"/>
            <a:ext cx="7772400" cy="1286932"/>
          </a:xfrm>
        </p:spPr>
        <p:txBody>
          <a:bodyPr>
            <a:normAutofit/>
          </a:bodyPr>
          <a:lstStyle/>
          <a:p>
            <a:r>
              <a:rPr dirty="0"/>
              <a:t>File &gt; Export &gt; Create a Video</a:t>
            </a:r>
          </a:p>
          <a:p>
            <a:r>
              <a:rPr dirty="0"/>
              <a:t>Choose quality and timings</a:t>
            </a:r>
          </a:p>
          <a:p>
            <a:r>
              <a:rPr dirty="0"/>
              <a:t>Click ‘Create Video’ and save as .mp4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5F236-CFBB-41D4-95B8-D0004459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3146071"/>
            <a:ext cx="8181541" cy="329212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Saving Screen Recording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20039"/>
            <a:ext cx="7772400" cy="1456267"/>
          </a:xfrm>
        </p:spPr>
        <p:txBody>
          <a:bodyPr>
            <a:normAutofit/>
          </a:bodyPr>
          <a:lstStyle/>
          <a:p>
            <a:r>
              <a:rPr dirty="0"/>
              <a:t>Right-click the recording on the slide</a:t>
            </a:r>
          </a:p>
          <a:p>
            <a:r>
              <a:rPr dirty="0"/>
              <a:t>Select ‘Save Media as…’</a:t>
            </a:r>
          </a:p>
          <a:p>
            <a:r>
              <a:rPr dirty="0"/>
              <a:t>Choose file name and location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3222DB-3281-D846-6902-1E62DE84C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3957" y="937549"/>
            <a:ext cx="10813050" cy="5367258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2F14F1-DBFE-BB27-74A4-5C5D8034A593}"/>
              </a:ext>
            </a:extLst>
          </p:cNvPr>
          <p:cNvSpPr txBox="1"/>
          <p:nvPr/>
        </p:nvSpPr>
        <p:spPr>
          <a:xfrm>
            <a:off x="7860878" y="2905225"/>
            <a:ext cx="15988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Click on </a:t>
            </a:r>
          </a:p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Add-ins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A6B3E-39EC-3869-8656-39075704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78" y="33461"/>
            <a:ext cx="9404723" cy="1400530"/>
          </a:xfrm>
        </p:spPr>
        <p:txBody>
          <a:bodyPr/>
          <a:lstStyle/>
          <a:p>
            <a:r>
              <a:rPr lang="en-US" dirty="0"/>
              <a:t>Using AI in PowerPoint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FD24AD-073B-AD27-586B-F8AA50E4A772}"/>
              </a:ext>
            </a:extLst>
          </p:cNvPr>
          <p:cNvCxnSpPr>
            <a:cxnSpLocks/>
          </p:cNvCxnSpPr>
          <p:nvPr/>
        </p:nvCxnSpPr>
        <p:spPr>
          <a:xfrm flipV="1">
            <a:off x="8570662" y="6028339"/>
            <a:ext cx="2489249" cy="557656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0FD37E-FCD6-1A94-D4CC-54DC52FB7C68}"/>
              </a:ext>
            </a:extLst>
          </p:cNvPr>
          <p:cNvCxnSpPr>
            <a:cxnSpLocks/>
          </p:cNvCxnSpPr>
          <p:nvPr/>
        </p:nvCxnSpPr>
        <p:spPr>
          <a:xfrm flipV="1">
            <a:off x="9025138" y="1809687"/>
            <a:ext cx="1957609" cy="1448043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61FFFD6-F158-AE5C-D2A5-2E5293C7C7A2}"/>
              </a:ext>
            </a:extLst>
          </p:cNvPr>
          <p:cNvSpPr/>
          <p:nvPr/>
        </p:nvSpPr>
        <p:spPr>
          <a:xfrm>
            <a:off x="1304311" y="1043223"/>
            <a:ext cx="62503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25975D-3740-77A9-EE0D-F3B39D978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923" y="343172"/>
            <a:ext cx="9466689" cy="641334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2F8294-930A-CD45-B19F-CC07347F0C5A}"/>
              </a:ext>
            </a:extLst>
          </p:cNvPr>
          <p:cNvCxnSpPr>
            <a:cxnSpLocks/>
          </p:cNvCxnSpPr>
          <p:nvPr/>
        </p:nvCxnSpPr>
        <p:spPr>
          <a:xfrm flipV="1">
            <a:off x="707058" y="1382049"/>
            <a:ext cx="586020" cy="1368084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737C35-E127-65B5-36A2-5B0CF0C17224}"/>
              </a:ext>
            </a:extLst>
          </p:cNvPr>
          <p:cNvSpPr txBox="1"/>
          <p:nvPr/>
        </p:nvSpPr>
        <p:spPr>
          <a:xfrm>
            <a:off x="102915" y="2782669"/>
            <a:ext cx="1513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Home tab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1CC8-6B15-CA2B-0154-E8059BBD975F}"/>
              </a:ext>
            </a:extLst>
          </p:cNvPr>
          <p:cNvSpPr/>
          <p:nvPr/>
        </p:nvSpPr>
        <p:spPr>
          <a:xfrm>
            <a:off x="10937754" y="1297091"/>
            <a:ext cx="484649" cy="74753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F368B4-AFEA-C0C4-AE31-93EE2A635417}"/>
              </a:ext>
            </a:extLst>
          </p:cNvPr>
          <p:cNvSpPr txBox="1"/>
          <p:nvPr/>
        </p:nvSpPr>
        <p:spPr>
          <a:xfrm>
            <a:off x="7304973" y="5788305"/>
            <a:ext cx="13943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Add-ins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C13A97-AC33-4E6C-65FD-B830C888C975}"/>
              </a:ext>
            </a:extLst>
          </p:cNvPr>
          <p:cNvSpPr/>
          <p:nvPr/>
        </p:nvSpPr>
        <p:spPr>
          <a:xfrm>
            <a:off x="1636137" y="1899326"/>
            <a:ext cx="1957609" cy="52127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DD79E-41F8-D99E-05B5-8ACF32A75F8D}"/>
              </a:ext>
            </a:extLst>
          </p:cNvPr>
          <p:cNvSpPr txBox="1"/>
          <p:nvPr/>
        </p:nvSpPr>
        <p:spPr>
          <a:xfrm>
            <a:off x="-84020" y="4160099"/>
            <a:ext cx="1513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here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E9BF49-1E96-DB19-66BF-8A0C82D801C9}"/>
              </a:ext>
            </a:extLst>
          </p:cNvPr>
          <p:cNvCxnSpPr>
            <a:cxnSpLocks/>
          </p:cNvCxnSpPr>
          <p:nvPr/>
        </p:nvCxnSpPr>
        <p:spPr>
          <a:xfrm flipV="1">
            <a:off x="8647065" y="3223250"/>
            <a:ext cx="1356877" cy="1305659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459A58C-DEEA-4C09-CF59-8B9344630570}"/>
              </a:ext>
            </a:extLst>
          </p:cNvPr>
          <p:cNvSpPr/>
          <p:nvPr/>
        </p:nvSpPr>
        <p:spPr>
          <a:xfrm>
            <a:off x="11059911" y="5866827"/>
            <a:ext cx="964557" cy="3230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DC0991-FA42-EE93-A09E-2475CDBD0A4E}"/>
              </a:ext>
            </a:extLst>
          </p:cNvPr>
          <p:cNvCxnSpPr>
            <a:cxnSpLocks/>
          </p:cNvCxnSpPr>
          <p:nvPr/>
        </p:nvCxnSpPr>
        <p:spPr>
          <a:xfrm flipV="1">
            <a:off x="830185" y="2443753"/>
            <a:ext cx="1260207" cy="1716346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2C3F59-59C5-A453-25D7-E71CA32A9CCA}"/>
              </a:ext>
            </a:extLst>
          </p:cNvPr>
          <p:cNvSpPr txBox="1"/>
          <p:nvPr/>
        </p:nvSpPr>
        <p:spPr>
          <a:xfrm>
            <a:off x="7351811" y="4328854"/>
            <a:ext cx="173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add </a:t>
            </a:r>
          </a:p>
        </p:txBody>
      </p:sp>
    </p:spTree>
    <p:extLst>
      <p:ext uri="{BB962C8B-B14F-4D97-AF65-F5344CB8AC3E}">
        <p14:creationId xmlns:p14="http://schemas.microsoft.com/office/powerpoint/2010/main" val="193457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 animBg="1"/>
      <p:bldP spid="9" grpId="0"/>
      <p:bldP spid="10" grpId="0" animBg="1"/>
      <p:bldP spid="15" grpId="0"/>
      <p:bldP spid="17" grpId="0" animBg="1"/>
      <p:bldP spid="18" grpId="0"/>
      <p:bldP spid="20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B380-A550-50BE-5210-C8A97FBF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E669-EDE8-1D4B-E9F4-BD8052F9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152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163</Words>
  <Application>Microsoft Office PowerPoint</Application>
  <PresentationFormat>Widescreen</PresentationFormat>
  <Paragraphs>42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Century Gothic</vt:lpstr>
      <vt:lpstr>Tahoma</vt:lpstr>
      <vt:lpstr>Times New Roman</vt:lpstr>
      <vt:lpstr>Wingdings 3</vt:lpstr>
      <vt:lpstr>Ion</vt:lpstr>
      <vt:lpstr>PowerPoint Presentation</vt:lpstr>
      <vt:lpstr>Multimedia &amp; Slide Management in PowerPoint</vt:lpstr>
      <vt:lpstr>Inserting Video</vt:lpstr>
      <vt:lpstr>Screen Recording</vt:lpstr>
      <vt:lpstr>PowerPoint Presentation</vt:lpstr>
      <vt:lpstr>Convert PPT to Video</vt:lpstr>
      <vt:lpstr>Saving Screen Recording</vt:lpstr>
      <vt:lpstr>Using AI in PowerPoint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13</cp:revision>
  <dcterms:created xsi:type="dcterms:W3CDTF">2026-02-14T15:00:24Z</dcterms:created>
  <dcterms:modified xsi:type="dcterms:W3CDTF">2026-02-14T15:33:20Z</dcterms:modified>
</cp:coreProperties>
</file>