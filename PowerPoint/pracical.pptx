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8534-17BE-459C-8176-230F2E057AB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E86D9-CA3E-4BDC-A033-B5F8D758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85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8534-17BE-459C-8176-230F2E057AB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E86D9-CA3E-4BDC-A033-B5F8D758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0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8534-17BE-459C-8176-230F2E057AB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E86D9-CA3E-4BDC-A033-B5F8D758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3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8534-17BE-459C-8176-230F2E057AB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E86D9-CA3E-4BDC-A033-B5F8D758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1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8534-17BE-459C-8176-230F2E057AB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E86D9-CA3E-4BDC-A033-B5F8D758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33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8534-17BE-459C-8176-230F2E057AB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E86D9-CA3E-4BDC-A033-B5F8D758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6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8534-17BE-459C-8176-230F2E057AB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E86D9-CA3E-4BDC-A033-B5F8D758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8534-17BE-459C-8176-230F2E057AB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E86D9-CA3E-4BDC-A033-B5F8D758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2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8534-17BE-459C-8176-230F2E057AB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E86D9-CA3E-4BDC-A033-B5F8D758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47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8534-17BE-459C-8176-230F2E057AB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E86D9-CA3E-4BDC-A033-B5F8D758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0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28534-17BE-459C-8176-230F2E057AB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E86D9-CA3E-4BDC-A033-B5F8D758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51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28534-17BE-459C-8176-230F2E057AB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E86D9-CA3E-4BDC-A033-B5F8D758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6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&lt;strong&gt;Scenic View&lt;/strong&gt; of River · Free Stock Photo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2" t="27143" r="893" b="26688"/>
          <a:stretch/>
        </p:blipFill>
        <p:spPr>
          <a:xfrm>
            <a:off x="352697" y="1972491"/>
            <a:ext cx="11730445" cy="3095898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8275233" y="4484413"/>
                </a:moveTo>
                <a:lnTo>
                  <a:pt x="8295552" y="4550591"/>
                </a:lnTo>
                <a:lnTo>
                  <a:pt x="8255126" y="4550591"/>
                </a:lnTo>
                <a:close/>
                <a:moveTo>
                  <a:pt x="9510676" y="4476628"/>
                </a:moveTo>
                <a:cubicBezTo>
                  <a:pt x="9522648" y="4476628"/>
                  <a:pt x="9532128" y="4480625"/>
                  <a:pt x="9539118" y="4488620"/>
                </a:cubicBezTo>
                <a:cubicBezTo>
                  <a:pt x="9546109" y="4496615"/>
                  <a:pt x="9549604" y="4509277"/>
                  <a:pt x="9549604" y="4526606"/>
                </a:cubicBezTo>
                <a:cubicBezTo>
                  <a:pt x="9549604" y="4547200"/>
                  <a:pt x="9546256" y="4561474"/>
                  <a:pt x="9539558" y="4569427"/>
                </a:cubicBezTo>
                <a:cubicBezTo>
                  <a:pt x="9532860" y="4577380"/>
                  <a:pt x="9523401" y="4581356"/>
                  <a:pt x="9511178" y="4581356"/>
                </a:cubicBezTo>
                <a:cubicBezTo>
                  <a:pt x="9499290" y="4581356"/>
                  <a:pt x="9489894" y="4577296"/>
                  <a:pt x="9482987" y="4569175"/>
                </a:cubicBezTo>
                <a:cubicBezTo>
                  <a:pt x="9476080" y="4561055"/>
                  <a:pt x="9472627" y="4547702"/>
                  <a:pt x="9472627" y="4529117"/>
                </a:cubicBezTo>
                <a:cubicBezTo>
                  <a:pt x="9472627" y="4510365"/>
                  <a:pt x="9476102" y="4496929"/>
                  <a:pt x="9483050" y="4488808"/>
                </a:cubicBezTo>
                <a:cubicBezTo>
                  <a:pt x="9489998" y="4480688"/>
                  <a:pt x="9499207" y="4476628"/>
                  <a:pt x="9510676" y="4476628"/>
                </a:cubicBezTo>
                <a:close/>
                <a:moveTo>
                  <a:pt x="3443251" y="4476628"/>
                </a:moveTo>
                <a:cubicBezTo>
                  <a:pt x="3455223" y="4476628"/>
                  <a:pt x="3464704" y="4480625"/>
                  <a:pt x="3471694" y="4488620"/>
                </a:cubicBezTo>
                <a:cubicBezTo>
                  <a:pt x="3478684" y="4496615"/>
                  <a:pt x="3482179" y="4509277"/>
                  <a:pt x="3482179" y="4526606"/>
                </a:cubicBezTo>
                <a:cubicBezTo>
                  <a:pt x="3482179" y="4547200"/>
                  <a:pt x="3478831" y="4561474"/>
                  <a:pt x="3472134" y="4569427"/>
                </a:cubicBezTo>
                <a:cubicBezTo>
                  <a:pt x="3465436" y="4577380"/>
                  <a:pt x="3455976" y="4581356"/>
                  <a:pt x="3443754" y="4581356"/>
                </a:cubicBezTo>
                <a:cubicBezTo>
                  <a:pt x="3431866" y="4581356"/>
                  <a:pt x="3422469" y="4577296"/>
                  <a:pt x="3415562" y="4569175"/>
                </a:cubicBezTo>
                <a:cubicBezTo>
                  <a:pt x="3408656" y="4561055"/>
                  <a:pt x="3405203" y="4547702"/>
                  <a:pt x="3405203" y="4529117"/>
                </a:cubicBezTo>
                <a:cubicBezTo>
                  <a:pt x="3405203" y="4510365"/>
                  <a:pt x="3408677" y="4496929"/>
                  <a:pt x="3415625" y="4488808"/>
                </a:cubicBezTo>
                <a:cubicBezTo>
                  <a:pt x="3422574" y="4480688"/>
                  <a:pt x="3431782" y="4476628"/>
                  <a:pt x="3443251" y="4476628"/>
                </a:cubicBezTo>
                <a:close/>
                <a:moveTo>
                  <a:pt x="2652676" y="4476628"/>
                </a:moveTo>
                <a:cubicBezTo>
                  <a:pt x="2664648" y="4476628"/>
                  <a:pt x="2674129" y="4480625"/>
                  <a:pt x="2681119" y="4488620"/>
                </a:cubicBezTo>
                <a:cubicBezTo>
                  <a:pt x="2688109" y="4496615"/>
                  <a:pt x="2691604" y="4509277"/>
                  <a:pt x="2691604" y="4526606"/>
                </a:cubicBezTo>
                <a:cubicBezTo>
                  <a:pt x="2691604" y="4547200"/>
                  <a:pt x="2688256" y="4561474"/>
                  <a:pt x="2681558" y="4569427"/>
                </a:cubicBezTo>
                <a:cubicBezTo>
                  <a:pt x="2674861" y="4577380"/>
                  <a:pt x="2665401" y="4581356"/>
                  <a:pt x="2653179" y="4581356"/>
                </a:cubicBezTo>
                <a:cubicBezTo>
                  <a:pt x="2641291" y="4581356"/>
                  <a:pt x="2631894" y="4577296"/>
                  <a:pt x="2624987" y="4569175"/>
                </a:cubicBezTo>
                <a:cubicBezTo>
                  <a:pt x="2618081" y="4561055"/>
                  <a:pt x="2614628" y="4547702"/>
                  <a:pt x="2614628" y="4529117"/>
                </a:cubicBezTo>
                <a:cubicBezTo>
                  <a:pt x="2614628" y="4510365"/>
                  <a:pt x="2618102" y="4496929"/>
                  <a:pt x="2625050" y="4488808"/>
                </a:cubicBezTo>
                <a:cubicBezTo>
                  <a:pt x="2631999" y="4480688"/>
                  <a:pt x="2641207" y="4476628"/>
                  <a:pt x="2652676" y="4476628"/>
                </a:cubicBezTo>
                <a:close/>
                <a:moveTo>
                  <a:pt x="5136385" y="4474116"/>
                </a:moveTo>
                <a:lnTo>
                  <a:pt x="5152584" y="4474116"/>
                </a:lnTo>
                <a:cubicBezTo>
                  <a:pt x="5163216" y="4474116"/>
                  <a:pt x="5170457" y="4476125"/>
                  <a:pt x="5174308" y="4480144"/>
                </a:cubicBezTo>
                <a:cubicBezTo>
                  <a:pt x="5178160" y="4484162"/>
                  <a:pt x="5180086" y="4489059"/>
                  <a:pt x="5180086" y="4494836"/>
                </a:cubicBezTo>
                <a:cubicBezTo>
                  <a:pt x="5180086" y="4500780"/>
                  <a:pt x="5177866" y="4505656"/>
                  <a:pt x="5173429" y="4509465"/>
                </a:cubicBezTo>
                <a:cubicBezTo>
                  <a:pt x="5168993" y="4513274"/>
                  <a:pt x="5161291" y="4515179"/>
                  <a:pt x="5150324" y="4515179"/>
                </a:cubicBezTo>
                <a:lnTo>
                  <a:pt x="5136385" y="4515179"/>
                </a:lnTo>
                <a:close/>
                <a:moveTo>
                  <a:pt x="5585066" y="4473865"/>
                </a:moveTo>
                <a:lnTo>
                  <a:pt x="5610054" y="4473865"/>
                </a:lnTo>
                <a:cubicBezTo>
                  <a:pt x="5620435" y="4473865"/>
                  <a:pt x="5627509" y="4475456"/>
                  <a:pt x="5631276" y="4478637"/>
                </a:cubicBezTo>
                <a:cubicBezTo>
                  <a:pt x="5635043" y="4481818"/>
                  <a:pt x="5636927" y="4486380"/>
                  <a:pt x="5636927" y="4492324"/>
                </a:cubicBezTo>
                <a:cubicBezTo>
                  <a:pt x="5636927" y="4496343"/>
                  <a:pt x="5635734" y="4499901"/>
                  <a:pt x="5633348" y="4502998"/>
                </a:cubicBezTo>
                <a:cubicBezTo>
                  <a:pt x="5630962" y="4506096"/>
                  <a:pt x="5627886" y="4508021"/>
                  <a:pt x="5624118" y="4508774"/>
                </a:cubicBezTo>
                <a:cubicBezTo>
                  <a:pt x="5616668" y="4510449"/>
                  <a:pt x="5611645" y="4511286"/>
                  <a:pt x="5609050" y="4511286"/>
                </a:cubicBezTo>
                <a:lnTo>
                  <a:pt x="5585066" y="4511286"/>
                </a:lnTo>
                <a:close/>
                <a:moveTo>
                  <a:pt x="4346815" y="4473865"/>
                </a:moveTo>
                <a:lnTo>
                  <a:pt x="4371804" y="4473865"/>
                </a:lnTo>
                <a:cubicBezTo>
                  <a:pt x="4382185" y="4473865"/>
                  <a:pt x="4389260" y="4475456"/>
                  <a:pt x="4393026" y="4478637"/>
                </a:cubicBezTo>
                <a:cubicBezTo>
                  <a:pt x="4396793" y="4481818"/>
                  <a:pt x="4398677" y="4486380"/>
                  <a:pt x="4398677" y="4492324"/>
                </a:cubicBezTo>
                <a:cubicBezTo>
                  <a:pt x="4398677" y="4496343"/>
                  <a:pt x="4397484" y="4499901"/>
                  <a:pt x="4395098" y="4502998"/>
                </a:cubicBezTo>
                <a:cubicBezTo>
                  <a:pt x="4392712" y="4506096"/>
                  <a:pt x="4389636" y="4508021"/>
                  <a:pt x="4385868" y="4508774"/>
                </a:cubicBezTo>
                <a:cubicBezTo>
                  <a:pt x="4378418" y="4510449"/>
                  <a:pt x="4373395" y="4511286"/>
                  <a:pt x="4370799" y="4511286"/>
                </a:cubicBezTo>
                <a:lnTo>
                  <a:pt x="4346815" y="4511286"/>
                </a:lnTo>
                <a:close/>
                <a:moveTo>
                  <a:pt x="9890002" y="4436695"/>
                </a:moveTo>
                <a:lnTo>
                  <a:pt x="9890002" y="4620786"/>
                </a:lnTo>
                <a:lnTo>
                  <a:pt x="9943496" y="4620786"/>
                </a:lnTo>
                <a:lnTo>
                  <a:pt x="9943496" y="4519707"/>
                </a:lnTo>
                <a:lnTo>
                  <a:pt x="10012436" y="4620786"/>
                </a:lnTo>
                <a:lnTo>
                  <a:pt x="10066056" y="4620786"/>
                </a:lnTo>
                <a:lnTo>
                  <a:pt x="10066056" y="4436695"/>
                </a:lnTo>
                <a:lnTo>
                  <a:pt x="10012436" y="4436695"/>
                </a:lnTo>
                <a:lnTo>
                  <a:pt x="10012436" y="4538543"/>
                </a:lnTo>
                <a:lnTo>
                  <a:pt x="9943119" y="4436695"/>
                </a:lnTo>
                <a:close/>
                <a:moveTo>
                  <a:pt x="9072736" y="4436695"/>
                </a:moveTo>
                <a:lnTo>
                  <a:pt x="9072736" y="4620786"/>
                </a:lnTo>
                <a:lnTo>
                  <a:pt x="9129746" y="4620786"/>
                </a:lnTo>
                <a:lnTo>
                  <a:pt x="9129746" y="4436695"/>
                </a:lnTo>
                <a:close/>
                <a:moveTo>
                  <a:pt x="8619391" y="4436695"/>
                </a:moveTo>
                <a:lnTo>
                  <a:pt x="8619391" y="4482153"/>
                </a:lnTo>
                <a:lnTo>
                  <a:pt x="8677406" y="4482153"/>
                </a:lnTo>
                <a:lnTo>
                  <a:pt x="8677406" y="4620786"/>
                </a:lnTo>
                <a:lnTo>
                  <a:pt x="8734291" y="4620786"/>
                </a:lnTo>
                <a:lnTo>
                  <a:pt x="8734291" y="4482153"/>
                </a:lnTo>
                <a:lnTo>
                  <a:pt x="8792306" y="4482153"/>
                </a:lnTo>
                <a:lnTo>
                  <a:pt x="8792306" y="4436695"/>
                </a:lnTo>
                <a:close/>
                <a:moveTo>
                  <a:pt x="8244907" y="4436695"/>
                </a:moveTo>
                <a:lnTo>
                  <a:pt x="8175716" y="4620786"/>
                </a:lnTo>
                <a:lnTo>
                  <a:pt x="8233798" y="4620786"/>
                </a:lnTo>
                <a:lnTo>
                  <a:pt x="8242770" y="4590397"/>
                </a:lnTo>
                <a:lnTo>
                  <a:pt x="8307353" y="4590397"/>
                </a:lnTo>
                <a:lnTo>
                  <a:pt x="8316563" y="4620786"/>
                </a:lnTo>
                <a:lnTo>
                  <a:pt x="8376132" y="4620786"/>
                </a:lnTo>
                <a:lnTo>
                  <a:pt x="8306956" y="4436695"/>
                </a:lnTo>
                <a:close/>
                <a:moveTo>
                  <a:pt x="7762141" y="4436695"/>
                </a:moveTo>
                <a:lnTo>
                  <a:pt x="7762141" y="4482153"/>
                </a:lnTo>
                <a:lnTo>
                  <a:pt x="7820156" y="4482153"/>
                </a:lnTo>
                <a:lnTo>
                  <a:pt x="7820156" y="4620786"/>
                </a:lnTo>
                <a:lnTo>
                  <a:pt x="7877041" y="4620786"/>
                </a:lnTo>
                <a:lnTo>
                  <a:pt x="7877041" y="4482153"/>
                </a:lnTo>
                <a:lnTo>
                  <a:pt x="7935056" y="4482153"/>
                </a:lnTo>
                <a:lnTo>
                  <a:pt x="7935056" y="4436695"/>
                </a:lnTo>
                <a:close/>
                <a:moveTo>
                  <a:pt x="7308727" y="4436695"/>
                </a:moveTo>
                <a:lnTo>
                  <a:pt x="7308727" y="4620786"/>
                </a:lnTo>
                <a:lnTo>
                  <a:pt x="7362221" y="4620786"/>
                </a:lnTo>
                <a:lnTo>
                  <a:pt x="7362221" y="4519707"/>
                </a:lnTo>
                <a:lnTo>
                  <a:pt x="7431161" y="4620786"/>
                </a:lnTo>
                <a:lnTo>
                  <a:pt x="7484781" y="4620786"/>
                </a:lnTo>
                <a:lnTo>
                  <a:pt x="7484781" y="4436695"/>
                </a:lnTo>
                <a:lnTo>
                  <a:pt x="7431161" y="4436695"/>
                </a:lnTo>
                <a:lnTo>
                  <a:pt x="7431161" y="4538543"/>
                </a:lnTo>
                <a:lnTo>
                  <a:pt x="7361845" y="4436695"/>
                </a:lnTo>
                <a:close/>
                <a:moveTo>
                  <a:pt x="6870075" y="4436695"/>
                </a:moveTo>
                <a:lnTo>
                  <a:pt x="6870075" y="4620786"/>
                </a:lnTo>
                <a:lnTo>
                  <a:pt x="7025284" y="4620786"/>
                </a:lnTo>
                <a:lnTo>
                  <a:pt x="7025284" y="4579096"/>
                </a:lnTo>
                <a:lnTo>
                  <a:pt x="6927085" y="4579096"/>
                </a:lnTo>
                <a:lnTo>
                  <a:pt x="6927085" y="4542805"/>
                </a:lnTo>
                <a:lnTo>
                  <a:pt x="7015615" y="4542805"/>
                </a:lnTo>
                <a:lnTo>
                  <a:pt x="7015615" y="4505258"/>
                </a:lnTo>
                <a:lnTo>
                  <a:pt x="6927085" y="4505258"/>
                </a:lnTo>
                <a:lnTo>
                  <a:pt x="6927085" y="4476000"/>
                </a:lnTo>
                <a:lnTo>
                  <a:pt x="7022521" y="4476000"/>
                </a:lnTo>
                <a:lnTo>
                  <a:pt x="7022521" y="4436695"/>
                </a:lnTo>
                <a:close/>
                <a:moveTo>
                  <a:pt x="5984250" y="4436695"/>
                </a:moveTo>
                <a:lnTo>
                  <a:pt x="5984250" y="4620786"/>
                </a:lnTo>
                <a:lnTo>
                  <a:pt x="6139459" y="4620786"/>
                </a:lnTo>
                <a:lnTo>
                  <a:pt x="6139459" y="4579096"/>
                </a:lnTo>
                <a:lnTo>
                  <a:pt x="6041260" y="4579096"/>
                </a:lnTo>
                <a:lnTo>
                  <a:pt x="6041260" y="4542805"/>
                </a:lnTo>
                <a:lnTo>
                  <a:pt x="6129790" y="4542805"/>
                </a:lnTo>
                <a:lnTo>
                  <a:pt x="6129790" y="4505258"/>
                </a:lnTo>
                <a:lnTo>
                  <a:pt x="6041260" y="4505258"/>
                </a:lnTo>
                <a:lnTo>
                  <a:pt x="6041260" y="4476000"/>
                </a:lnTo>
                <a:lnTo>
                  <a:pt x="6136696" y="4476000"/>
                </a:lnTo>
                <a:lnTo>
                  <a:pt x="6136696" y="4436695"/>
                </a:lnTo>
                <a:close/>
                <a:moveTo>
                  <a:pt x="5527929" y="4436695"/>
                </a:moveTo>
                <a:lnTo>
                  <a:pt x="5527929" y="4620786"/>
                </a:lnTo>
                <a:lnTo>
                  <a:pt x="5585066" y="4620786"/>
                </a:lnTo>
                <a:lnTo>
                  <a:pt x="5585066" y="4546070"/>
                </a:lnTo>
                <a:lnTo>
                  <a:pt x="5590088" y="4546070"/>
                </a:lnTo>
                <a:cubicBezTo>
                  <a:pt x="5595278" y="4546070"/>
                  <a:pt x="5599924" y="4547493"/>
                  <a:pt x="5604027" y="4550339"/>
                </a:cubicBezTo>
                <a:cubicBezTo>
                  <a:pt x="5607040" y="4552516"/>
                  <a:pt x="5610472" y="4557246"/>
                  <a:pt x="5614323" y="4564529"/>
                </a:cubicBezTo>
                <a:lnTo>
                  <a:pt x="5644730" y="4620786"/>
                </a:lnTo>
                <a:lnTo>
                  <a:pt x="5709006" y="4620786"/>
                </a:lnTo>
                <a:lnTo>
                  <a:pt x="5681459" y="4567443"/>
                </a:lnTo>
                <a:cubicBezTo>
                  <a:pt x="5680120" y="4564761"/>
                  <a:pt x="5677464" y="4560949"/>
                  <a:pt x="5673490" y="4556005"/>
                </a:cubicBezTo>
                <a:cubicBezTo>
                  <a:pt x="5669516" y="4551061"/>
                  <a:pt x="5666484" y="4547835"/>
                  <a:pt x="5664392" y="4546327"/>
                </a:cubicBezTo>
                <a:cubicBezTo>
                  <a:pt x="5661296" y="4544065"/>
                  <a:pt x="5656360" y="4541803"/>
                  <a:pt x="5649584" y="4539540"/>
                </a:cubicBezTo>
                <a:cubicBezTo>
                  <a:pt x="5658045" y="4537615"/>
                  <a:pt x="5664704" y="4535187"/>
                  <a:pt x="5669562" y="4532257"/>
                </a:cubicBezTo>
                <a:cubicBezTo>
                  <a:pt x="5677184" y="4527652"/>
                  <a:pt x="5683174" y="4521646"/>
                  <a:pt x="5687529" y="4514237"/>
                </a:cubicBezTo>
                <a:cubicBezTo>
                  <a:pt x="5691885" y="4506828"/>
                  <a:pt x="5694063" y="4498017"/>
                  <a:pt x="5694063" y="4487804"/>
                </a:cubicBezTo>
                <a:cubicBezTo>
                  <a:pt x="5694063" y="4476083"/>
                  <a:pt x="5691216" y="4466142"/>
                  <a:pt x="5685524" y="4457980"/>
                </a:cubicBezTo>
                <a:cubicBezTo>
                  <a:pt x="5679831" y="4449818"/>
                  <a:pt x="5672338" y="4444230"/>
                  <a:pt x="5663046" y="4441216"/>
                </a:cubicBezTo>
                <a:cubicBezTo>
                  <a:pt x="5653754" y="4438202"/>
                  <a:pt x="5640317" y="4436695"/>
                  <a:pt x="5622737" y="4436695"/>
                </a:cubicBezTo>
                <a:close/>
                <a:moveTo>
                  <a:pt x="5079249" y="4436695"/>
                </a:moveTo>
                <a:lnTo>
                  <a:pt x="5079249" y="4620786"/>
                </a:lnTo>
                <a:lnTo>
                  <a:pt x="5136385" y="4620786"/>
                </a:lnTo>
                <a:lnTo>
                  <a:pt x="5136385" y="4552474"/>
                </a:lnTo>
                <a:lnTo>
                  <a:pt x="5167527" y="4552474"/>
                </a:lnTo>
                <a:cubicBezTo>
                  <a:pt x="5190466" y="4552474"/>
                  <a:pt x="5207524" y="4547242"/>
                  <a:pt x="5218699" y="4536777"/>
                </a:cubicBezTo>
                <a:cubicBezTo>
                  <a:pt x="5229875" y="4526313"/>
                  <a:pt x="5235463" y="4511788"/>
                  <a:pt x="5235463" y="4493203"/>
                </a:cubicBezTo>
                <a:cubicBezTo>
                  <a:pt x="5235463" y="4475121"/>
                  <a:pt x="5230335" y="4461182"/>
                  <a:pt x="5220080" y="4451387"/>
                </a:cubicBezTo>
                <a:cubicBezTo>
                  <a:pt x="5209826" y="4441593"/>
                  <a:pt x="5194400" y="4436695"/>
                  <a:pt x="5173806" y="4436695"/>
                </a:cubicBezTo>
                <a:close/>
                <a:moveTo>
                  <a:pt x="4289679" y="4436695"/>
                </a:moveTo>
                <a:lnTo>
                  <a:pt x="4289679" y="4620786"/>
                </a:lnTo>
                <a:lnTo>
                  <a:pt x="4346815" y="4620786"/>
                </a:lnTo>
                <a:lnTo>
                  <a:pt x="4346815" y="4546070"/>
                </a:lnTo>
                <a:lnTo>
                  <a:pt x="4351838" y="4546070"/>
                </a:lnTo>
                <a:cubicBezTo>
                  <a:pt x="4357028" y="4546070"/>
                  <a:pt x="4361674" y="4547493"/>
                  <a:pt x="4365777" y="4550339"/>
                </a:cubicBezTo>
                <a:cubicBezTo>
                  <a:pt x="4368790" y="4552516"/>
                  <a:pt x="4372223" y="4557246"/>
                  <a:pt x="4376074" y="4564529"/>
                </a:cubicBezTo>
                <a:lnTo>
                  <a:pt x="4406480" y="4620786"/>
                </a:lnTo>
                <a:lnTo>
                  <a:pt x="4470756" y="4620786"/>
                </a:lnTo>
                <a:lnTo>
                  <a:pt x="4443208" y="4567443"/>
                </a:lnTo>
                <a:cubicBezTo>
                  <a:pt x="4441870" y="4564761"/>
                  <a:pt x="4439215" y="4560949"/>
                  <a:pt x="4435240" y="4556005"/>
                </a:cubicBezTo>
                <a:cubicBezTo>
                  <a:pt x="4431266" y="4551061"/>
                  <a:pt x="4428234" y="4547835"/>
                  <a:pt x="4426142" y="4546327"/>
                </a:cubicBezTo>
                <a:cubicBezTo>
                  <a:pt x="4423047" y="4544065"/>
                  <a:pt x="4418110" y="4541803"/>
                  <a:pt x="4411334" y="4539540"/>
                </a:cubicBezTo>
                <a:cubicBezTo>
                  <a:pt x="4419795" y="4537615"/>
                  <a:pt x="4426454" y="4535187"/>
                  <a:pt x="4431312" y="4532257"/>
                </a:cubicBezTo>
                <a:cubicBezTo>
                  <a:pt x="4438934" y="4527652"/>
                  <a:pt x="4444923" y="4521646"/>
                  <a:pt x="4449279" y="4514237"/>
                </a:cubicBezTo>
                <a:cubicBezTo>
                  <a:pt x="4453635" y="4506828"/>
                  <a:pt x="4455813" y="4498017"/>
                  <a:pt x="4455813" y="4487804"/>
                </a:cubicBezTo>
                <a:cubicBezTo>
                  <a:pt x="4455813" y="4476083"/>
                  <a:pt x="4452967" y="4466142"/>
                  <a:pt x="4447275" y="4457980"/>
                </a:cubicBezTo>
                <a:cubicBezTo>
                  <a:pt x="4441581" y="4449818"/>
                  <a:pt x="4434089" y="4444230"/>
                  <a:pt x="4424796" y="4441216"/>
                </a:cubicBezTo>
                <a:cubicBezTo>
                  <a:pt x="4415504" y="4438202"/>
                  <a:pt x="4402067" y="4436695"/>
                  <a:pt x="4384487" y="4436695"/>
                </a:cubicBezTo>
                <a:close/>
                <a:moveTo>
                  <a:pt x="3822326" y="4436695"/>
                </a:moveTo>
                <a:lnTo>
                  <a:pt x="3822326" y="4546374"/>
                </a:lnTo>
                <a:cubicBezTo>
                  <a:pt x="3822326" y="4555409"/>
                  <a:pt x="3824084" y="4565782"/>
                  <a:pt x="3827600" y="4577495"/>
                </a:cubicBezTo>
                <a:cubicBezTo>
                  <a:pt x="3829777" y="4584773"/>
                  <a:pt x="3833816" y="4591842"/>
                  <a:pt x="3839718" y="4598702"/>
                </a:cubicBezTo>
                <a:cubicBezTo>
                  <a:pt x="3845620" y="4605562"/>
                  <a:pt x="3852129" y="4610853"/>
                  <a:pt x="3859245" y="4614576"/>
                </a:cubicBezTo>
                <a:cubicBezTo>
                  <a:pt x="3866361" y="4618299"/>
                  <a:pt x="3875214" y="4620788"/>
                  <a:pt x="3885804" y="4622043"/>
                </a:cubicBezTo>
                <a:cubicBezTo>
                  <a:pt x="3896394" y="4623298"/>
                  <a:pt x="3906168" y="4623926"/>
                  <a:pt x="3915125" y="4623926"/>
                </a:cubicBezTo>
                <a:cubicBezTo>
                  <a:pt x="3930613" y="4623926"/>
                  <a:pt x="3943882" y="4621876"/>
                  <a:pt x="3954932" y="4617776"/>
                </a:cubicBezTo>
                <a:cubicBezTo>
                  <a:pt x="3962885" y="4614849"/>
                  <a:pt x="3970482" y="4609767"/>
                  <a:pt x="3977723" y="4602530"/>
                </a:cubicBezTo>
                <a:cubicBezTo>
                  <a:pt x="3984965" y="4595293"/>
                  <a:pt x="3990281" y="4586843"/>
                  <a:pt x="3993672" y="4577181"/>
                </a:cubicBezTo>
                <a:cubicBezTo>
                  <a:pt x="3997062" y="4567518"/>
                  <a:pt x="3998757" y="4557249"/>
                  <a:pt x="3998757" y="4546374"/>
                </a:cubicBezTo>
                <a:lnTo>
                  <a:pt x="3998757" y="4436695"/>
                </a:lnTo>
                <a:lnTo>
                  <a:pt x="3941998" y="4436695"/>
                </a:lnTo>
                <a:lnTo>
                  <a:pt x="3941998" y="4548986"/>
                </a:lnTo>
                <a:cubicBezTo>
                  <a:pt x="3941998" y="4559190"/>
                  <a:pt x="3939214" y="4567073"/>
                  <a:pt x="3933647" y="4572636"/>
                </a:cubicBezTo>
                <a:cubicBezTo>
                  <a:pt x="3928080" y="4578198"/>
                  <a:pt x="3920399" y="4580979"/>
                  <a:pt x="3910605" y="4580979"/>
                </a:cubicBezTo>
                <a:cubicBezTo>
                  <a:pt x="3900726" y="4580979"/>
                  <a:pt x="3893003" y="4578157"/>
                  <a:pt x="3887436" y="4572511"/>
                </a:cubicBezTo>
                <a:cubicBezTo>
                  <a:pt x="3881869" y="4566865"/>
                  <a:pt x="3879085" y="4559024"/>
                  <a:pt x="3879085" y="4548986"/>
                </a:cubicBezTo>
                <a:lnTo>
                  <a:pt x="3879085" y="4436695"/>
                </a:lnTo>
                <a:close/>
                <a:moveTo>
                  <a:pt x="2113816" y="4436695"/>
                </a:moveTo>
                <a:lnTo>
                  <a:pt x="2113816" y="4482153"/>
                </a:lnTo>
                <a:lnTo>
                  <a:pt x="2171831" y="4482153"/>
                </a:lnTo>
                <a:lnTo>
                  <a:pt x="2171831" y="4620786"/>
                </a:lnTo>
                <a:lnTo>
                  <a:pt x="2228716" y="4620786"/>
                </a:lnTo>
                <a:lnTo>
                  <a:pt x="2228716" y="4482153"/>
                </a:lnTo>
                <a:lnTo>
                  <a:pt x="2286731" y="4482153"/>
                </a:lnTo>
                <a:lnTo>
                  <a:pt x="2286731" y="4436695"/>
                </a:lnTo>
                <a:close/>
                <a:moveTo>
                  <a:pt x="9510802" y="4433556"/>
                </a:moveTo>
                <a:cubicBezTo>
                  <a:pt x="9480915" y="4433556"/>
                  <a:pt x="9457600" y="4441927"/>
                  <a:pt x="9440857" y="4458671"/>
                </a:cubicBezTo>
                <a:cubicBezTo>
                  <a:pt x="9424114" y="4475414"/>
                  <a:pt x="9415742" y="4498812"/>
                  <a:pt x="9415742" y="4528866"/>
                </a:cubicBezTo>
                <a:cubicBezTo>
                  <a:pt x="9415742" y="4550381"/>
                  <a:pt x="9419970" y="4568296"/>
                  <a:pt x="9428425" y="4582612"/>
                </a:cubicBezTo>
                <a:cubicBezTo>
                  <a:pt x="9436880" y="4596927"/>
                  <a:pt x="9447910" y="4607392"/>
                  <a:pt x="9461514" y="4614005"/>
                </a:cubicBezTo>
                <a:cubicBezTo>
                  <a:pt x="9475118" y="4620619"/>
                  <a:pt x="9492300" y="4623926"/>
                  <a:pt x="9513062" y="4623926"/>
                </a:cubicBezTo>
                <a:cubicBezTo>
                  <a:pt x="9533488" y="4623926"/>
                  <a:pt x="9550546" y="4620096"/>
                  <a:pt x="9564233" y="4612436"/>
                </a:cubicBezTo>
                <a:cubicBezTo>
                  <a:pt x="9577921" y="4604776"/>
                  <a:pt x="9588385" y="4594060"/>
                  <a:pt x="9595626" y="4580289"/>
                </a:cubicBezTo>
                <a:cubicBezTo>
                  <a:pt x="9602868" y="4566517"/>
                  <a:pt x="9606489" y="4548874"/>
                  <a:pt x="9606489" y="4527359"/>
                </a:cubicBezTo>
                <a:cubicBezTo>
                  <a:pt x="9606489" y="4497724"/>
                  <a:pt x="9598201" y="4474681"/>
                  <a:pt x="9581625" y="4458231"/>
                </a:cubicBezTo>
                <a:cubicBezTo>
                  <a:pt x="9565050" y="4441781"/>
                  <a:pt x="9541442" y="4433556"/>
                  <a:pt x="9510802" y="4433556"/>
                </a:cubicBezTo>
                <a:close/>
                <a:moveTo>
                  <a:pt x="6507269" y="4433556"/>
                </a:moveTo>
                <a:cubicBezTo>
                  <a:pt x="6488098" y="4433556"/>
                  <a:pt x="6473008" y="4435963"/>
                  <a:pt x="6462000" y="4440776"/>
                </a:cubicBezTo>
                <a:cubicBezTo>
                  <a:pt x="6450991" y="4445590"/>
                  <a:pt x="6442745" y="4452204"/>
                  <a:pt x="6437262" y="4460617"/>
                </a:cubicBezTo>
                <a:cubicBezTo>
                  <a:pt x="6431778" y="4469030"/>
                  <a:pt x="6429036" y="4477967"/>
                  <a:pt x="6429036" y="4487427"/>
                </a:cubicBezTo>
                <a:cubicBezTo>
                  <a:pt x="6429036" y="4501826"/>
                  <a:pt x="6434394" y="4513672"/>
                  <a:pt x="6445110" y="4522964"/>
                </a:cubicBezTo>
                <a:cubicBezTo>
                  <a:pt x="6455742" y="4532257"/>
                  <a:pt x="6473531" y="4539707"/>
                  <a:pt x="6498479" y="4545316"/>
                </a:cubicBezTo>
                <a:cubicBezTo>
                  <a:pt x="6513715" y="4548665"/>
                  <a:pt x="6523426" y="4552223"/>
                  <a:pt x="6527612" y="4555990"/>
                </a:cubicBezTo>
                <a:cubicBezTo>
                  <a:pt x="6531798" y="4559757"/>
                  <a:pt x="6533891" y="4564027"/>
                  <a:pt x="6533891" y="4568799"/>
                </a:cubicBezTo>
                <a:cubicBezTo>
                  <a:pt x="6533891" y="4573822"/>
                  <a:pt x="6531693" y="4578238"/>
                  <a:pt x="6527298" y="4582047"/>
                </a:cubicBezTo>
                <a:cubicBezTo>
                  <a:pt x="6522903" y="4585856"/>
                  <a:pt x="6516645" y="4587760"/>
                  <a:pt x="6508525" y="4587760"/>
                </a:cubicBezTo>
                <a:cubicBezTo>
                  <a:pt x="6497642" y="4587760"/>
                  <a:pt x="6489270" y="4584035"/>
                  <a:pt x="6483410" y="4576584"/>
                </a:cubicBezTo>
                <a:cubicBezTo>
                  <a:pt x="6479810" y="4571980"/>
                  <a:pt x="6477424" y="4565283"/>
                  <a:pt x="6476252" y="4556492"/>
                </a:cubicBezTo>
                <a:lnTo>
                  <a:pt x="6422130" y="4559883"/>
                </a:lnTo>
                <a:cubicBezTo>
                  <a:pt x="6423721" y="4578468"/>
                  <a:pt x="6430543" y="4593788"/>
                  <a:pt x="6442598" y="4605843"/>
                </a:cubicBezTo>
                <a:cubicBezTo>
                  <a:pt x="6454654" y="4617898"/>
                  <a:pt x="6476336" y="4623926"/>
                  <a:pt x="6507646" y="4623926"/>
                </a:cubicBezTo>
                <a:cubicBezTo>
                  <a:pt x="6525477" y="4623926"/>
                  <a:pt x="6540253" y="4621351"/>
                  <a:pt x="6551973" y="4616203"/>
                </a:cubicBezTo>
                <a:cubicBezTo>
                  <a:pt x="6563693" y="4611054"/>
                  <a:pt x="6572818" y="4603499"/>
                  <a:pt x="6579348" y="4593537"/>
                </a:cubicBezTo>
                <a:cubicBezTo>
                  <a:pt x="6585878" y="4583575"/>
                  <a:pt x="6589143" y="4572691"/>
                  <a:pt x="6589143" y="4560888"/>
                </a:cubicBezTo>
                <a:cubicBezTo>
                  <a:pt x="6589143" y="4550842"/>
                  <a:pt x="6586694" y="4541759"/>
                  <a:pt x="6581797" y="4533638"/>
                </a:cubicBezTo>
                <a:cubicBezTo>
                  <a:pt x="6576900" y="4525518"/>
                  <a:pt x="6569072" y="4518716"/>
                  <a:pt x="6558315" y="4513232"/>
                </a:cubicBezTo>
                <a:cubicBezTo>
                  <a:pt x="6547557" y="4507749"/>
                  <a:pt x="6529747" y="4502328"/>
                  <a:pt x="6504883" y="4496971"/>
                </a:cubicBezTo>
                <a:cubicBezTo>
                  <a:pt x="6494837" y="4494878"/>
                  <a:pt x="6488475" y="4492617"/>
                  <a:pt x="6485796" y="4490190"/>
                </a:cubicBezTo>
                <a:cubicBezTo>
                  <a:pt x="6483033" y="4487846"/>
                  <a:pt x="6481652" y="4485208"/>
                  <a:pt x="6481652" y="4482278"/>
                </a:cubicBezTo>
                <a:cubicBezTo>
                  <a:pt x="6481652" y="4478260"/>
                  <a:pt x="6483326" y="4474849"/>
                  <a:pt x="6486675" y="4472044"/>
                </a:cubicBezTo>
                <a:cubicBezTo>
                  <a:pt x="6490023" y="4469240"/>
                  <a:pt x="6495005" y="4467837"/>
                  <a:pt x="6501618" y="4467837"/>
                </a:cubicBezTo>
                <a:cubicBezTo>
                  <a:pt x="6509655" y="4467837"/>
                  <a:pt x="6515954" y="4469721"/>
                  <a:pt x="6520517" y="4473488"/>
                </a:cubicBezTo>
                <a:cubicBezTo>
                  <a:pt x="6525079" y="4477255"/>
                  <a:pt x="6528072" y="4483283"/>
                  <a:pt x="6529495" y="4491571"/>
                </a:cubicBezTo>
                <a:lnTo>
                  <a:pt x="6583115" y="4488432"/>
                </a:lnTo>
                <a:cubicBezTo>
                  <a:pt x="6580771" y="4469344"/>
                  <a:pt x="6573425" y="4455427"/>
                  <a:pt x="6561077" y="4446678"/>
                </a:cubicBezTo>
                <a:cubicBezTo>
                  <a:pt x="6548729" y="4437930"/>
                  <a:pt x="6530793" y="4433556"/>
                  <a:pt x="6507269" y="4433556"/>
                </a:cubicBezTo>
                <a:close/>
                <a:moveTo>
                  <a:pt x="3443377" y="4433556"/>
                </a:moveTo>
                <a:cubicBezTo>
                  <a:pt x="3413490" y="4433556"/>
                  <a:pt x="3390176" y="4441927"/>
                  <a:pt x="3373432" y="4458671"/>
                </a:cubicBezTo>
                <a:cubicBezTo>
                  <a:pt x="3356689" y="4475414"/>
                  <a:pt x="3348318" y="4498812"/>
                  <a:pt x="3348318" y="4528866"/>
                </a:cubicBezTo>
                <a:cubicBezTo>
                  <a:pt x="3348318" y="4550381"/>
                  <a:pt x="3352545" y="4568296"/>
                  <a:pt x="3361001" y="4582612"/>
                </a:cubicBezTo>
                <a:cubicBezTo>
                  <a:pt x="3369456" y="4596927"/>
                  <a:pt x="3380485" y="4607392"/>
                  <a:pt x="3394089" y="4614005"/>
                </a:cubicBezTo>
                <a:cubicBezTo>
                  <a:pt x="3407693" y="4620619"/>
                  <a:pt x="3424876" y="4623926"/>
                  <a:pt x="3445637" y="4623926"/>
                </a:cubicBezTo>
                <a:cubicBezTo>
                  <a:pt x="3466064" y="4623926"/>
                  <a:pt x="3483121" y="4620096"/>
                  <a:pt x="3496809" y="4612436"/>
                </a:cubicBezTo>
                <a:cubicBezTo>
                  <a:pt x="3510496" y="4604776"/>
                  <a:pt x="3520961" y="4594060"/>
                  <a:pt x="3528202" y="4580289"/>
                </a:cubicBezTo>
                <a:cubicBezTo>
                  <a:pt x="3535444" y="4566517"/>
                  <a:pt x="3539064" y="4548874"/>
                  <a:pt x="3539064" y="4527359"/>
                </a:cubicBezTo>
                <a:cubicBezTo>
                  <a:pt x="3539064" y="4497724"/>
                  <a:pt x="3530776" y="4474681"/>
                  <a:pt x="3514201" y="4458231"/>
                </a:cubicBezTo>
                <a:cubicBezTo>
                  <a:pt x="3497625" y="4441781"/>
                  <a:pt x="3474017" y="4433556"/>
                  <a:pt x="3443377" y="4433556"/>
                </a:cubicBezTo>
                <a:close/>
                <a:moveTo>
                  <a:pt x="2652802" y="4433556"/>
                </a:moveTo>
                <a:cubicBezTo>
                  <a:pt x="2622916" y="4433556"/>
                  <a:pt x="2599601" y="4441927"/>
                  <a:pt x="2582857" y="4458671"/>
                </a:cubicBezTo>
                <a:cubicBezTo>
                  <a:pt x="2566114" y="4475414"/>
                  <a:pt x="2557743" y="4498812"/>
                  <a:pt x="2557743" y="4528866"/>
                </a:cubicBezTo>
                <a:cubicBezTo>
                  <a:pt x="2557743" y="4550381"/>
                  <a:pt x="2561970" y="4568296"/>
                  <a:pt x="2570426" y="4582612"/>
                </a:cubicBezTo>
                <a:cubicBezTo>
                  <a:pt x="2578881" y="4596927"/>
                  <a:pt x="2589910" y="4607392"/>
                  <a:pt x="2603514" y="4614005"/>
                </a:cubicBezTo>
                <a:cubicBezTo>
                  <a:pt x="2617118" y="4620619"/>
                  <a:pt x="2634301" y="4623926"/>
                  <a:pt x="2655062" y="4623926"/>
                </a:cubicBezTo>
                <a:cubicBezTo>
                  <a:pt x="2675489" y="4623926"/>
                  <a:pt x="2692546" y="4620096"/>
                  <a:pt x="2706234" y="4612436"/>
                </a:cubicBezTo>
                <a:cubicBezTo>
                  <a:pt x="2719921" y="4604776"/>
                  <a:pt x="2730386" y="4594060"/>
                  <a:pt x="2737627" y="4580289"/>
                </a:cubicBezTo>
                <a:cubicBezTo>
                  <a:pt x="2744869" y="4566517"/>
                  <a:pt x="2748489" y="4548874"/>
                  <a:pt x="2748489" y="4527359"/>
                </a:cubicBezTo>
                <a:cubicBezTo>
                  <a:pt x="2748489" y="4497724"/>
                  <a:pt x="2740201" y="4474681"/>
                  <a:pt x="2723626" y="4458231"/>
                </a:cubicBezTo>
                <a:cubicBezTo>
                  <a:pt x="2707050" y="4441781"/>
                  <a:pt x="2683442" y="4433556"/>
                  <a:pt x="2652802" y="4433556"/>
                </a:cubicBezTo>
                <a:close/>
                <a:moveTo>
                  <a:pt x="7420788" y="2884089"/>
                </a:moveTo>
                <a:cubicBezTo>
                  <a:pt x="7479551" y="2884089"/>
                  <a:pt x="7508931" y="2921457"/>
                  <a:pt x="7508931" y="2996194"/>
                </a:cubicBezTo>
                <a:lnTo>
                  <a:pt x="7508931" y="3882763"/>
                </a:lnTo>
                <a:cubicBezTo>
                  <a:pt x="7508931" y="3959211"/>
                  <a:pt x="7479551" y="3997435"/>
                  <a:pt x="7420788" y="3997435"/>
                </a:cubicBezTo>
                <a:cubicBezTo>
                  <a:pt x="7385987" y="3997435"/>
                  <a:pt x="7361312" y="3989020"/>
                  <a:pt x="7346764" y="3972190"/>
                </a:cubicBezTo>
                <a:cubicBezTo>
                  <a:pt x="7332217" y="3955360"/>
                  <a:pt x="7324943" y="3927548"/>
                  <a:pt x="7324943" y="3888753"/>
                </a:cubicBezTo>
                <a:lnTo>
                  <a:pt x="7324943" y="3001328"/>
                </a:lnTo>
                <a:cubicBezTo>
                  <a:pt x="7324943" y="2923169"/>
                  <a:pt x="7356891" y="2884089"/>
                  <a:pt x="7420788" y="2884089"/>
                </a:cubicBezTo>
                <a:close/>
                <a:moveTo>
                  <a:pt x="9988036" y="2866974"/>
                </a:moveTo>
                <a:lnTo>
                  <a:pt x="9988036" y="2907194"/>
                </a:lnTo>
                <a:lnTo>
                  <a:pt x="10118968" y="2907194"/>
                </a:lnTo>
                <a:lnTo>
                  <a:pt x="10118968" y="3974329"/>
                </a:lnTo>
                <a:lnTo>
                  <a:pt x="9988036" y="3974329"/>
                </a:lnTo>
                <a:lnTo>
                  <a:pt x="9988036" y="4014550"/>
                </a:lnTo>
                <a:lnTo>
                  <a:pt x="11132190" y="4014550"/>
                </a:lnTo>
                <a:lnTo>
                  <a:pt x="11132190" y="3590092"/>
                </a:lnTo>
                <a:lnTo>
                  <a:pt x="11095392" y="3590092"/>
                </a:lnTo>
                <a:cubicBezTo>
                  <a:pt x="11074283" y="3709329"/>
                  <a:pt x="11020085" y="3803177"/>
                  <a:pt x="10932797" y="3871638"/>
                </a:cubicBezTo>
                <a:cubicBezTo>
                  <a:pt x="10845509" y="3940099"/>
                  <a:pt x="10740820" y="3974329"/>
                  <a:pt x="10618733" y="3974329"/>
                </a:cubicBezTo>
                <a:lnTo>
                  <a:pt x="10618733" y="3444613"/>
                </a:lnTo>
                <a:lnTo>
                  <a:pt x="10653819" y="3444613"/>
                </a:lnTo>
                <a:cubicBezTo>
                  <a:pt x="10709728" y="3444613"/>
                  <a:pt x="10757223" y="3467576"/>
                  <a:pt x="10796303" y="3513502"/>
                </a:cubicBezTo>
                <a:cubicBezTo>
                  <a:pt x="10835382" y="3559428"/>
                  <a:pt x="10854923" y="3623752"/>
                  <a:pt x="10854923" y="3706476"/>
                </a:cubicBezTo>
                <a:lnTo>
                  <a:pt x="10891721" y="3706476"/>
                </a:lnTo>
                <a:lnTo>
                  <a:pt x="10891721" y="3134827"/>
                </a:lnTo>
                <a:lnTo>
                  <a:pt x="10854923" y="3134827"/>
                </a:lnTo>
                <a:cubicBezTo>
                  <a:pt x="10854923" y="3231813"/>
                  <a:pt x="10834384" y="3300988"/>
                  <a:pt x="10793308" y="3342350"/>
                </a:cubicBezTo>
                <a:cubicBezTo>
                  <a:pt x="10752231" y="3383711"/>
                  <a:pt x="10705734" y="3404393"/>
                  <a:pt x="10653819" y="3404393"/>
                </a:cubicBezTo>
                <a:lnTo>
                  <a:pt x="10618733" y="3404393"/>
                </a:lnTo>
                <a:lnTo>
                  <a:pt x="10618733" y="2907194"/>
                </a:lnTo>
                <a:lnTo>
                  <a:pt x="10639271" y="2907194"/>
                </a:lnTo>
                <a:cubicBezTo>
                  <a:pt x="10778474" y="2907194"/>
                  <a:pt x="10881879" y="2940284"/>
                  <a:pt x="10949484" y="3006463"/>
                </a:cubicBezTo>
                <a:cubicBezTo>
                  <a:pt x="11017090" y="3072642"/>
                  <a:pt x="11052889" y="3146237"/>
                  <a:pt x="11056883" y="3227249"/>
                </a:cubicBezTo>
                <a:lnTo>
                  <a:pt x="11095392" y="3227249"/>
                </a:lnTo>
                <a:lnTo>
                  <a:pt x="11095392" y="2866974"/>
                </a:lnTo>
                <a:close/>
                <a:moveTo>
                  <a:pt x="8167050" y="2866974"/>
                </a:moveTo>
                <a:lnTo>
                  <a:pt x="8167050" y="2907194"/>
                </a:lnTo>
                <a:lnTo>
                  <a:pt x="8275732" y="2907194"/>
                </a:lnTo>
                <a:lnTo>
                  <a:pt x="8315952" y="2975656"/>
                </a:lnTo>
                <a:lnTo>
                  <a:pt x="8315952" y="3665399"/>
                </a:lnTo>
                <a:cubicBezTo>
                  <a:pt x="8315952" y="3745841"/>
                  <a:pt x="8301261" y="3817440"/>
                  <a:pt x="8271881" y="3880196"/>
                </a:cubicBezTo>
                <a:cubicBezTo>
                  <a:pt x="8242499" y="3942951"/>
                  <a:pt x="8198142" y="3974329"/>
                  <a:pt x="8138810" y="3974329"/>
                </a:cubicBezTo>
                <a:lnTo>
                  <a:pt x="8138810" y="4014550"/>
                </a:lnTo>
                <a:lnTo>
                  <a:pt x="8580382" y="4014550"/>
                </a:lnTo>
                <a:lnTo>
                  <a:pt x="8580382" y="3974329"/>
                </a:lnTo>
                <a:lnTo>
                  <a:pt x="8560700" y="3974329"/>
                </a:lnTo>
                <a:cubicBezTo>
                  <a:pt x="8507643" y="3974329"/>
                  <a:pt x="8467992" y="3959639"/>
                  <a:pt x="8441749" y="3930258"/>
                </a:cubicBezTo>
                <a:cubicBezTo>
                  <a:pt x="8415506" y="3900876"/>
                  <a:pt x="8396108" y="3859229"/>
                  <a:pt x="8383558" y="3805316"/>
                </a:cubicBezTo>
                <a:cubicBezTo>
                  <a:pt x="8371006" y="3751403"/>
                  <a:pt x="8364731" y="3696207"/>
                  <a:pt x="8364731" y="3639727"/>
                </a:cubicBezTo>
                <a:lnTo>
                  <a:pt x="8364731" y="3031280"/>
                </a:lnTo>
                <a:lnTo>
                  <a:pt x="8754102" y="4014550"/>
                </a:lnTo>
                <a:lnTo>
                  <a:pt x="8866207" y="4014550"/>
                </a:lnTo>
                <a:lnTo>
                  <a:pt x="9246165" y="3029569"/>
                </a:lnTo>
                <a:lnTo>
                  <a:pt x="9249588" y="3029569"/>
                </a:lnTo>
                <a:lnTo>
                  <a:pt x="9249588" y="3974329"/>
                </a:lnTo>
                <a:lnTo>
                  <a:pt x="9105820" y="3974329"/>
                </a:lnTo>
                <a:lnTo>
                  <a:pt x="9105820" y="4014550"/>
                </a:lnTo>
                <a:lnTo>
                  <a:pt x="9880285" y="4014550"/>
                </a:lnTo>
                <a:lnTo>
                  <a:pt x="9880285" y="3974329"/>
                </a:lnTo>
                <a:lnTo>
                  <a:pt x="9740795" y="3974329"/>
                </a:lnTo>
                <a:lnTo>
                  <a:pt x="9740795" y="2907194"/>
                </a:lnTo>
                <a:lnTo>
                  <a:pt x="9880285" y="2907194"/>
                </a:lnTo>
                <a:lnTo>
                  <a:pt x="9880285" y="2866974"/>
                </a:lnTo>
                <a:lnTo>
                  <a:pt x="9269271" y="2866974"/>
                </a:lnTo>
                <a:lnTo>
                  <a:pt x="9048484" y="3437767"/>
                </a:lnTo>
                <a:lnTo>
                  <a:pt x="8814861" y="2866974"/>
                </a:lnTo>
                <a:close/>
                <a:moveTo>
                  <a:pt x="4352771" y="2866974"/>
                </a:moveTo>
                <a:lnTo>
                  <a:pt x="4352771" y="2907194"/>
                </a:lnTo>
                <a:lnTo>
                  <a:pt x="4489693" y="2907194"/>
                </a:lnTo>
                <a:lnTo>
                  <a:pt x="4489693" y="3974329"/>
                </a:lnTo>
                <a:lnTo>
                  <a:pt x="4352771" y="3974329"/>
                </a:lnTo>
                <a:lnTo>
                  <a:pt x="4352771" y="4014550"/>
                </a:lnTo>
                <a:lnTo>
                  <a:pt x="5486655" y="4014550"/>
                </a:lnTo>
                <a:lnTo>
                  <a:pt x="5486655" y="3584958"/>
                </a:lnTo>
                <a:lnTo>
                  <a:pt x="5446435" y="3584958"/>
                </a:lnTo>
                <a:cubicBezTo>
                  <a:pt x="5440158" y="3684797"/>
                  <a:pt x="5392806" y="3771514"/>
                  <a:pt x="5304378" y="3845109"/>
                </a:cubicBezTo>
                <a:cubicBezTo>
                  <a:pt x="5215949" y="3918705"/>
                  <a:pt x="5110976" y="3961778"/>
                  <a:pt x="4989458" y="3974329"/>
                </a:cubicBezTo>
                <a:lnTo>
                  <a:pt x="4989458" y="2907194"/>
                </a:lnTo>
                <a:lnTo>
                  <a:pt x="5138360" y="2907194"/>
                </a:lnTo>
                <a:lnTo>
                  <a:pt x="5138360" y="2866974"/>
                </a:lnTo>
                <a:close/>
                <a:moveTo>
                  <a:pt x="3044311" y="2866974"/>
                </a:moveTo>
                <a:lnTo>
                  <a:pt x="3044311" y="2907194"/>
                </a:lnTo>
                <a:lnTo>
                  <a:pt x="3175243" y="2907194"/>
                </a:lnTo>
                <a:lnTo>
                  <a:pt x="3175243" y="3974329"/>
                </a:lnTo>
                <a:lnTo>
                  <a:pt x="3044311" y="3974329"/>
                </a:lnTo>
                <a:lnTo>
                  <a:pt x="3044311" y="4014550"/>
                </a:lnTo>
                <a:lnTo>
                  <a:pt x="4188465" y="4014550"/>
                </a:lnTo>
                <a:lnTo>
                  <a:pt x="4188465" y="3590092"/>
                </a:lnTo>
                <a:lnTo>
                  <a:pt x="4151667" y="3590092"/>
                </a:lnTo>
                <a:cubicBezTo>
                  <a:pt x="4130559" y="3709329"/>
                  <a:pt x="4076360" y="3803177"/>
                  <a:pt x="3989072" y="3871638"/>
                </a:cubicBezTo>
                <a:cubicBezTo>
                  <a:pt x="3901785" y="3940099"/>
                  <a:pt x="3797097" y="3974329"/>
                  <a:pt x="3675008" y="3974329"/>
                </a:cubicBezTo>
                <a:lnTo>
                  <a:pt x="3675008" y="3444613"/>
                </a:lnTo>
                <a:lnTo>
                  <a:pt x="3710094" y="3444613"/>
                </a:lnTo>
                <a:cubicBezTo>
                  <a:pt x="3766004" y="3444613"/>
                  <a:pt x="3813499" y="3467576"/>
                  <a:pt x="3852579" y="3513502"/>
                </a:cubicBezTo>
                <a:cubicBezTo>
                  <a:pt x="3891659" y="3559428"/>
                  <a:pt x="3911198" y="3623752"/>
                  <a:pt x="3911198" y="3706476"/>
                </a:cubicBezTo>
                <a:lnTo>
                  <a:pt x="3947996" y="3706476"/>
                </a:lnTo>
                <a:lnTo>
                  <a:pt x="3947996" y="3134827"/>
                </a:lnTo>
                <a:lnTo>
                  <a:pt x="3911198" y="3134827"/>
                </a:lnTo>
                <a:cubicBezTo>
                  <a:pt x="3911198" y="3231813"/>
                  <a:pt x="3890660" y="3300988"/>
                  <a:pt x="3849584" y="3342350"/>
                </a:cubicBezTo>
                <a:cubicBezTo>
                  <a:pt x="3808507" y="3383711"/>
                  <a:pt x="3762010" y="3404393"/>
                  <a:pt x="3710094" y="3404393"/>
                </a:cubicBezTo>
                <a:lnTo>
                  <a:pt x="3675008" y="3404393"/>
                </a:lnTo>
                <a:lnTo>
                  <a:pt x="3675008" y="2907194"/>
                </a:lnTo>
                <a:lnTo>
                  <a:pt x="3695546" y="2907194"/>
                </a:lnTo>
                <a:cubicBezTo>
                  <a:pt x="3834750" y="2907194"/>
                  <a:pt x="3938154" y="2940284"/>
                  <a:pt x="4005760" y="3006463"/>
                </a:cubicBezTo>
                <a:cubicBezTo>
                  <a:pt x="4073365" y="3072642"/>
                  <a:pt x="4109165" y="3146237"/>
                  <a:pt x="4113158" y="3227249"/>
                </a:cubicBezTo>
                <a:lnTo>
                  <a:pt x="4151667" y="3227249"/>
                </a:lnTo>
                <a:lnTo>
                  <a:pt x="4151667" y="2866974"/>
                </a:lnTo>
                <a:close/>
                <a:moveTo>
                  <a:pt x="948514" y="2866974"/>
                </a:moveTo>
                <a:lnTo>
                  <a:pt x="948514" y="2907194"/>
                </a:lnTo>
                <a:lnTo>
                  <a:pt x="1038369" y="2907194"/>
                </a:lnTo>
                <a:lnTo>
                  <a:pt x="1428596" y="4014550"/>
                </a:lnTo>
                <a:lnTo>
                  <a:pt x="1700728" y="4014550"/>
                </a:lnTo>
                <a:lnTo>
                  <a:pt x="1951466" y="3476276"/>
                </a:lnTo>
                <a:lnTo>
                  <a:pt x="2130321" y="4014550"/>
                </a:lnTo>
                <a:lnTo>
                  <a:pt x="2408443" y="4014550"/>
                </a:lnTo>
                <a:lnTo>
                  <a:pt x="2754171" y="3208423"/>
                </a:lnTo>
                <a:cubicBezTo>
                  <a:pt x="2821491" y="3050962"/>
                  <a:pt x="2896798" y="2950553"/>
                  <a:pt x="2980092" y="2907194"/>
                </a:cubicBezTo>
                <a:lnTo>
                  <a:pt x="2980092" y="2866974"/>
                </a:lnTo>
                <a:lnTo>
                  <a:pt x="2575317" y="2866974"/>
                </a:lnTo>
                <a:lnTo>
                  <a:pt x="2575317" y="2907194"/>
                </a:lnTo>
                <a:cubicBezTo>
                  <a:pt x="2632938" y="2911759"/>
                  <a:pt x="2671876" y="2927020"/>
                  <a:pt x="2692128" y="2952978"/>
                </a:cubicBezTo>
                <a:cubicBezTo>
                  <a:pt x="2712382" y="2978936"/>
                  <a:pt x="2722508" y="3016162"/>
                  <a:pt x="2722508" y="3064655"/>
                </a:cubicBezTo>
                <a:cubicBezTo>
                  <a:pt x="2722508" y="3100026"/>
                  <a:pt x="2718372" y="3129835"/>
                  <a:pt x="2710099" y="3154082"/>
                </a:cubicBezTo>
                <a:cubicBezTo>
                  <a:pt x="2701827" y="3178329"/>
                  <a:pt x="2637502" y="3333079"/>
                  <a:pt x="2517125" y="3618333"/>
                </a:cubicBezTo>
                <a:lnTo>
                  <a:pt x="2279224" y="2907194"/>
                </a:lnTo>
                <a:lnTo>
                  <a:pt x="2373357" y="2907194"/>
                </a:lnTo>
                <a:lnTo>
                  <a:pt x="2373357" y="2866974"/>
                </a:lnTo>
                <a:lnTo>
                  <a:pt x="1675911" y="2866974"/>
                </a:lnTo>
                <a:lnTo>
                  <a:pt x="1675911" y="2907194"/>
                </a:lnTo>
                <a:lnTo>
                  <a:pt x="1758064" y="2907194"/>
                </a:lnTo>
                <a:lnTo>
                  <a:pt x="1928361" y="3417229"/>
                </a:lnTo>
                <a:lnTo>
                  <a:pt x="1821390" y="3646573"/>
                </a:lnTo>
                <a:lnTo>
                  <a:pt x="1558672" y="2907194"/>
                </a:lnTo>
                <a:lnTo>
                  <a:pt x="1640825" y="2907194"/>
                </a:lnTo>
                <a:lnTo>
                  <a:pt x="1640825" y="2866974"/>
                </a:lnTo>
                <a:close/>
                <a:moveTo>
                  <a:pt x="7412230" y="2830176"/>
                </a:moveTo>
                <a:cubicBezTo>
                  <a:pt x="7217687" y="2830176"/>
                  <a:pt x="7062366" y="2884945"/>
                  <a:pt x="6946268" y="2994482"/>
                </a:cubicBezTo>
                <a:cubicBezTo>
                  <a:pt x="6830170" y="3104020"/>
                  <a:pt x="6772120" y="3250641"/>
                  <a:pt x="6772120" y="3434344"/>
                </a:cubicBezTo>
                <a:cubicBezTo>
                  <a:pt x="6772120" y="3622611"/>
                  <a:pt x="6831454" y="3772227"/>
                  <a:pt x="6950119" y="3883191"/>
                </a:cubicBezTo>
                <a:cubicBezTo>
                  <a:pt x="7068784" y="3994155"/>
                  <a:pt x="7226245" y="4049636"/>
                  <a:pt x="7422499" y="4049636"/>
                </a:cubicBezTo>
                <a:cubicBezTo>
                  <a:pt x="7618754" y="4049636"/>
                  <a:pt x="7773362" y="3993299"/>
                  <a:pt x="7886322" y="3880624"/>
                </a:cubicBezTo>
                <a:cubicBezTo>
                  <a:pt x="7999283" y="3767948"/>
                  <a:pt x="8055763" y="3622041"/>
                  <a:pt x="8055763" y="3442901"/>
                </a:cubicBezTo>
                <a:cubicBezTo>
                  <a:pt x="8055763" y="3253493"/>
                  <a:pt x="7998284" y="3104020"/>
                  <a:pt x="7883327" y="2994482"/>
                </a:cubicBezTo>
                <a:cubicBezTo>
                  <a:pt x="7768370" y="2884945"/>
                  <a:pt x="7611337" y="2830176"/>
                  <a:pt x="7412230" y="2830176"/>
                </a:cubicBezTo>
                <a:close/>
                <a:moveTo>
                  <a:pt x="6194109" y="2830176"/>
                </a:moveTo>
                <a:cubicBezTo>
                  <a:pt x="6009265" y="2830176"/>
                  <a:pt x="5859363" y="2885658"/>
                  <a:pt x="5744407" y="2996622"/>
                </a:cubicBezTo>
                <a:cubicBezTo>
                  <a:pt x="5629450" y="3107585"/>
                  <a:pt x="5571971" y="3255205"/>
                  <a:pt x="5571971" y="3439478"/>
                </a:cubicBezTo>
                <a:cubicBezTo>
                  <a:pt x="5571971" y="3619188"/>
                  <a:pt x="5630591" y="3765809"/>
                  <a:pt x="5747830" y="3879340"/>
                </a:cubicBezTo>
                <a:cubicBezTo>
                  <a:pt x="5865069" y="3992871"/>
                  <a:pt x="6015255" y="4049636"/>
                  <a:pt x="6198388" y="4049636"/>
                </a:cubicBezTo>
                <a:cubicBezTo>
                  <a:pt x="6303361" y="4049636"/>
                  <a:pt x="6391219" y="4031238"/>
                  <a:pt x="6461963" y="3994440"/>
                </a:cubicBezTo>
                <a:cubicBezTo>
                  <a:pt x="6532705" y="3957642"/>
                  <a:pt x="6601166" y="3897026"/>
                  <a:pt x="6667345" y="3812590"/>
                </a:cubicBezTo>
                <a:lnTo>
                  <a:pt x="6627125" y="3785206"/>
                </a:lnTo>
                <a:cubicBezTo>
                  <a:pt x="6518728" y="3926692"/>
                  <a:pt x="6396069" y="3997435"/>
                  <a:pt x="6259147" y="3997435"/>
                </a:cubicBezTo>
                <a:cubicBezTo>
                  <a:pt x="6210654" y="3997435"/>
                  <a:pt x="6176138" y="3983030"/>
                  <a:pt x="6155600" y="3954219"/>
                </a:cubicBezTo>
                <a:cubicBezTo>
                  <a:pt x="6135062" y="3925408"/>
                  <a:pt x="6124793" y="3878199"/>
                  <a:pt x="6124793" y="3812590"/>
                </a:cubicBezTo>
                <a:lnTo>
                  <a:pt x="6124793" y="3056097"/>
                </a:lnTo>
                <a:cubicBezTo>
                  <a:pt x="6124793" y="3011598"/>
                  <a:pt x="6127074" y="2978509"/>
                  <a:pt x="6131639" y="2956829"/>
                </a:cubicBezTo>
                <a:cubicBezTo>
                  <a:pt x="6136202" y="2935150"/>
                  <a:pt x="6147613" y="2917606"/>
                  <a:pt x="6165869" y="2904200"/>
                </a:cubicBezTo>
                <a:cubicBezTo>
                  <a:pt x="6184125" y="2890793"/>
                  <a:pt x="6207231" y="2884089"/>
                  <a:pt x="6235186" y="2884089"/>
                </a:cubicBezTo>
                <a:cubicBezTo>
                  <a:pt x="6292807" y="2884089"/>
                  <a:pt x="6350286" y="2901204"/>
                  <a:pt x="6407622" y="2935435"/>
                </a:cubicBezTo>
                <a:cubicBezTo>
                  <a:pt x="6464958" y="2969666"/>
                  <a:pt x="6514734" y="3019299"/>
                  <a:pt x="6556952" y="3084337"/>
                </a:cubicBezTo>
                <a:cubicBezTo>
                  <a:pt x="6599169" y="3149375"/>
                  <a:pt x="6620279" y="3223541"/>
                  <a:pt x="6620279" y="3306835"/>
                </a:cubicBezTo>
                <a:lnTo>
                  <a:pt x="6660499" y="3306835"/>
                </a:lnTo>
                <a:lnTo>
                  <a:pt x="6660499" y="2831887"/>
                </a:lnTo>
                <a:lnTo>
                  <a:pt x="6485068" y="2922598"/>
                </a:lnTo>
                <a:cubicBezTo>
                  <a:pt x="6410332" y="2860983"/>
                  <a:pt x="6313345" y="2830176"/>
                  <a:pt x="6194109" y="283017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01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smc</dc:creator>
  <cp:lastModifiedBy>smc</cp:lastModifiedBy>
  <cp:revision>1</cp:revision>
  <dcterms:created xsi:type="dcterms:W3CDTF">2026-02-15T17:42:59Z</dcterms:created>
  <dcterms:modified xsi:type="dcterms:W3CDTF">2026-02-15T17:43:28Z</dcterms:modified>
</cp:coreProperties>
</file>