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F0655-61BD-4E29-9EF4-418998E97D6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73F9D-8556-47B9-A047-386A03817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98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73F9D-8556-47B9-A047-386A038171C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54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73F9D-8556-47B9-A047-386A038171C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515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5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26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83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69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87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88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36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9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00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19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582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50422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26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241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088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70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3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218E57C-7010-4C51-9A51-E44AAEBC3C9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4CEEB-5837-4B18-9EB5-1AB7D8A4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257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D958A-6236-6EA0-6542-B4C14B4FEB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Getting Started with Windows 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2D61B-1822-D805-A6D6-076C2A8233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Manal Asghar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563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D7CF6-0715-25C2-7746-44E60C15C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Windows 10: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8AF46-1769-61D2-0459-438E64D99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280035" cy="435236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 is an operating system developed by Microsoft that manages computer hardware and software. It allows users to run applications, manage files, and connect to the internet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Editions: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 Home – For personal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 Pro – For business and professional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 Education – For students and institutions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 Enterprise – For large organizations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 is widely used because of its stability, security, and user-friendly interface.</a:t>
            </a: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373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8F920-C387-ACE9-47D2-0AC81B96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</a:t>
            </a:r>
            <a:br>
              <a:rPr lang="en-US" dirty="0"/>
            </a:br>
            <a:r>
              <a:rPr lang="en-US" dirty="0"/>
              <a:t>of Windows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85991-CFD1-865C-7B3A-FF9DAF4DA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Menu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Start Menu is the main access point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Windows 10.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open applications,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settings, and shut down or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restart the computer. It also displays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pinned apps and live tiles for quick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3BDDD3-B659-D3ED-4ECF-C7B9525CA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214999" cy="678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557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8F920-C387-ACE9-47D2-0AC81B966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8" y="452718"/>
            <a:ext cx="9717743" cy="1400530"/>
          </a:xfrm>
        </p:spPr>
        <p:txBody>
          <a:bodyPr/>
          <a:lstStyle/>
          <a:p>
            <a:r>
              <a:rPr lang="en-US" dirty="0"/>
              <a:t>Key Features </a:t>
            </a:r>
            <a:br>
              <a:rPr lang="en-US" dirty="0"/>
            </a:br>
            <a:r>
              <a:rPr lang="en-US" dirty="0"/>
              <a:t>of Windows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85991-CFD1-865C-7B3A-FF9DAF4DA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724" y="1853248"/>
            <a:ext cx="4373758" cy="419548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View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view helps users see all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applications. It supports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multitasking and virtual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desktops. It improves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Press: win + Tab key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A0AD17-92A2-D19E-64E9-7139B35DE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698" y="1"/>
            <a:ext cx="80076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85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8F920-C387-ACE9-47D2-0AC81B966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8" y="452718"/>
            <a:ext cx="9404723" cy="1400530"/>
          </a:xfrm>
        </p:spPr>
        <p:txBody>
          <a:bodyPr/>
          <a:lstStyle/>
          <a:p>
            <a:r>
              <a:rPr lang="en-US" dirty="0"/>
              <a:t>Key Features </a:t>
            </a:r>
            <a:br>
              <a:rPr lang="en-US" dirty="0"/>
            </a:br>
            <a:r>
              <a:rPr lang="en-US" dirty="0"/>
              <a:t>of Windows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85991-CFD1-865C-7B3A-FF9DAF4DA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723" y="1853248"/>
            <a:ext cx="5539545" cy="419548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Center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Center shows notifications and quick settings.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access to Wi-Fi, Bluetooth, and other controls. It helps manage system alerts.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bottom-right notification icon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AD1986-66AA-146F-1F96-E3E2F0719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713" y="661550"/>
            <a:ext cx="5020552" cy="553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05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8F920-C387-ACE9-47D2-0AC81B96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</a:t>
            </a:r>
            <a:br>
              <a:rPr lang="en-US" dirty="0"/>
            </a:br>
            <a:r>
              <a:rPr lang="en-US" dirty="0"/>
              <a:t>of Windows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85991-CFD1-865C-7B3A-FF9DAF4DA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932375"/>
            <a:ext cx="8946541" cy="4195481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bar</a:t>
            </a:r>
          </a:p>
          <a:p>
            <a:pPr marL="0" indent="0">
              <a:buNone/>
            </a:pPr>
            <a:r>
              <a:rPr lang="en-US" sz="2400" dirty="0"/>
              <a:t>The Taskbar is located at the</a:t>
            </a:r>
          </a:p>
          <a:p>
            <a:pPr marL="0" indent="0">
              <a:buNone/>
            </a:pPr>
            <a:r>
              <a:rPr lang="en-US" sz="2400" dirty="0"/>
              <a:t> bottom of the screen.</a:t>
            </a:r>
            <a:br>
              <a:rPr lang="en-US" sz="2400" dirty="0"/>
            </a:br>
            <a:r>
              <a:rPr lang="en-US" sz="2400" dirty="0"/>
              <a:t>It provides quick access to</a:t>
            </a:r>
          </a:p>
          <a:p>
            <a:pPr marL="0" indent="0">
              <a:buNone/>
            </a:pPr>
            <a:r>
              <a:rPr lang="en-US" sz="2400" dirty="0"/>
              <a:t> open and pinned applications.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3BDDD3-B659-D3ED-4ECF-C7B9525CA1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261"/>
          <a:stretch/>
        </p:blipFill>
        <p:spPr>
          <a:xfrm>
            <a:off x="5542384" y="976915"/>
            <a:ext cx="6649616" cy="45392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71B0E9-BD51-0E70-904D-4704E50BB3C2}"/>
              </a:ext>
            </a:extLst>
          </p:cNvPr>
          <p:cNvSpPr/>
          <p:nvPr/>
        </p:nvSpPr>
        <p:spPr>
          <a:xfrm>
            <a:off x="5542384" y="5000502"/>
            <a:ext cx="6649616" cy="608276"/>
          </a:xfrm>
          <a:prstGeom prst="rec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0DD143-44BF-B9F2-CF75-AB3B549087B1}"/>
              </a:ext>
            </a:extLst>
          </p:cNvPr>
          <p:cNvCxnSpPr>
            <a:endCxn id="4" idx="1"/>
          </p:cNvCxnSpPr>
          <p:nvPr/>
        </p:nvCxnSpPr>
        <p:spPr>
          <a:xfrm>
            <a:off x="4224759" y="5301205"/>
            <a:ext cx="1317625" cy="3435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A9E8345-32CC-3204-93CF-B24504960177}"/>
              </a:ext>
            </a:extLst>
          </p:cNvPr>
          <p:cNvSpPr txBox="1"/>
          <p:nvPr/>
        </p:nvSpPr>
        <p:spPr>
          <a:xfrm>
            <a:off x="2943036" y="5045753"/>
            <a:ext cx="131260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Taskbar</a:t>
            </a:r>
          </a:p>
        </p:txBody>
      </p:sp>
    </p:spTree>
    <p:extLst>
      <p:ext uri="{BB962C8B-B14F-4D97-AF65-F5344CB8AC3E}">
        <p14:creationId xmlns:p14="http://schemas.microsoft.com/office/powerpoint/2010/main" val="408008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8F920-C387-ACE9-47D2-0AC81B96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</a:t>
            </a:r>
            <a:br>
              <a:rPr lang="en-US" dirty="0"/>
            </a:br>
            <a:r>
              <a:rPr lang="en-US" dirty="0"/>
              <a:t>of Windows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85991-CFD1-865C-7B3A-FF9DAF4DA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932375"/>
            <a:ext cx="3509199" cy="419548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Explorer: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Explorer is used to manage files and folders.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copy, move, and delete files.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access to drives and documents.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 Ctrl + 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8E5EC6-9E6F-0E40-662D-888C6D179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375" y="1668053"/>
            <a:ext cx="784962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5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59</TotalTime>
  <Words>301</Words>
  <Application>Microsoft Office PowerPoint</Application>
  <PresentationFormat>Widescreen</PresentationFormat>
  <Paragraphs>44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Century Gothic</vt:lpstr>
      <vt:lpstr>Times New Roman</vt:lpstr>
      <vt:lpstr>Wingdings 3</vt:lpstr>
      <vt:lpstr>Ion</vt:lpstr>
      <vt:lpstr>Getting Started with Windows 10</vt:lpstr>
      <vt:lpstr>Introduction to Windows 10:</vt:lpstr>
      <vt:lpstr>Key Features  of Windows 10</vt:lpstr>
      <vt:lpstr>Key Features  of Windows 10</vt:lpstr>
      <vt:lpstr>Key Features  of Windows 10</vt:lpstr>
      <vt:lpstr>Key Features  of Windows 10</vt:lpstr>
      <vt:lpstr>Key Features  of Windows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Asghar</dc:creator>
  <cp:lastModifiedBy>Manal Asghar</cp:lastModifiedBy>
  <cp:revision>11</cp:revision>
  <dcterms:created xsi:type="dcterms:W3CDTF">2026-02-13T10:35:30Z</dcterms:created>
  <dcterms:modified xsi:type="dcterms:W3CDTF">2026-02-13T13:43:27Z</dcterms:modified>
</cp:coreProperties>
</file>