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72" r:id="rId2"/>
    <p:sldId id="261" r:id="rId3"/>
    <p:sldId id="269" r:id="rId4"/>
    <p:sldId id="276" r:id="rId5"/>
    <p:sldId id="262" r:id="rId6"/>
    <p:sldId id="275" r:id="rId7"/>
    <p:sldId id="263" r:id="rId8"/>
    <p:sldId id="264" r:id="rId9"/>
    <p:sldId id="277" r:id="rId10"/>
    <p:sldId id="278" r:id="rId11"/>
    <p:sldId id="279" r:id="rId12"/>
    <p:sldId id="280" r:id="rId13"/>
    <p:sldId id="282" r:id="rId14"/>
    <p:sldId id="283" r:id="rId15"/>
    <p:sldId id="284" r:id="rId16"/>
    <p:sldId id="28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35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72" y="9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E4110-89A1-47DF-8580-338DBB65A64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ED70D9C7-AC47-44BC-8336-78A51726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1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E4110-89A1-47DF-8580-338DBB65A64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0D9C7-AC47-44BC-8336-78A51726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06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E4110-89A1-47DF-8580-338DBB65A64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0D9C7-AC47-44BC-8336-78A51726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166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E4110-89A1-47DF-8580-338DBB65A64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0D9C7-AC47-44BC-8336-78A51726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16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E4110-89A1-47DF-8580-338DBB65A64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0D9C7-AC47-44BC-8336-78A51726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470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E4110-89A1-47DF-8580-338DBB65A64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0D9C7-AC47-44BC-8336-78A51726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90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E4110-89A1-47DF-8580-338DBB65A64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0D9C7-AC47-44BC-8336-78A51726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37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E4110-89A1-47DF-8580-338DBB65A64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0D9C7-AC47-44BC-8336-78A51726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AA3E4110-89A1-47DF-8580-338DBB65A64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0D9C7-AC47-44BC-8336-78A51726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48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E4110-89A1-47DF-8580-338DBB65A64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0D9C7-AC47-44BC-8336-78A51726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428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E4110-89A1-47DF-8580-338DBB65A64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70D9C7-AC47-44BC-8336-78A51726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696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E4110-89A1-47DF-8580-338DBB65A64A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D70D9C7-AC47-44BC-8336-78A51726C13E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185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10C6C-FD41-4964-8226-C6EFC84943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85" y="2349698"/>
            <a:ext cx="2474601" cy="7768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Pictures – Insert from your computer.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60C213-EB2F-DF4B-3275-89F47439B64D}"/>
              </a:ext>
            </a:extLst>
          </p:cNvPr>
          <p:cNvSpPr txBox="1"/>
          <p:nvPr/>
        </p:nvSpPr>
        <p:spPr>
          <a:xfrm>
            <a:off x="81023" y="440366"/>
            <a:ext cx="121109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Inserting images, shapes, and icons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92A202-EE4F-033B-5034-54E60A17C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5510" y="1773159"/>
            <a:ext cx="4883442" cy="331168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A855F45-75FE-EB74-CA68-EB1E05BE77AF}"/>
              </a:ext>
            </a:extLst>
          </p:cNvPr>
          <p:cNvSpPr/>
          <p:nvPr/>
        </p:nvSpPr>
        <p:spPr>
          <a:xfrm>
            <a:off x="4977114" y="2268637"/>
            <a:ext cx="544010" cy="879676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D551AA-A012-9948-B326-0ED7BA9EDF44}"/>
              </a:ext>
            </a:extLst>
          </p:cNvPr>
          <p:cNvSpPr txBox="1"/>
          <p:nvPr/>
        </p:nvSpPr>
        <p:spPr>
          <a:xfrm>
            <a:off x="4823749" y="1060596"/>
            <a:ext cx="61056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Illustrations Group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E60A48-78BB-C32F-1EFC-938F0191854D}"/>
              </a:ext>
            </a:extLst>
          </p:cNvPr>
          <p:cNvSpPr txBox="1"/>
          <p:nvPr/>
        </p:nvSpPr>
        <p:spPr>
          <a:xfrm>
            <a:off x="9645570" y="3297164"/>
            <a:ext cx="13455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Pictures – Search and insert from web.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0DAC0B-679B-AF60-A90F-5652584F0A60}"/>
              </a:ext>
            </a:extLst>
          </p:cNvPr>
          <p:cNvSpPr txBox="1"/>
          <p:nvPr/>
        </p:nvSpPr>
        <p:spPr>
          <a:xfrm>
            <a:off x="9379968" y="1546470"/>
            <a:ext cx="22365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Icons / 3D Models – Visually rich elements.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C2752E-A336-DA41-C4E3-7185A1F64F45}"/>
              </a:ext>
            </a:extLst>
          </p:cNvPr>
          <p:cNvSpPr txBox="1"/>
          <p:nvPr/>
        </p:nvSpPr>
        <p:spPr>
          <a:xfrm>
            <a:off x="910601" y="4781740"/>
            <a:ext cx="31049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Shapes – Add arrows, rectangles, etc.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FD8DAD3-F08C-4B5F-AA14-37AB266FB297}"/>
              </a:ext>
            </a:extLst>
          </p:cNvPr>
          <p:cNvCxnSpPr>
            <a:cxnSpLocks/>
          </p:cNvCxnSpPr>
          <p:nvPr/>
        </p:nvCxnSpPr>
        <p:spPr>
          <a:xfrm>
            <a:off x="2546430" y="2442176"/>
            <a:ext cx="2592729" cy="1195409"/>
          </a:xfrm>
          <a:prstGeom prst="straightConnector1">
            <a:avLst/>
          </a:prstGeom>
          <a:ln w="5715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080F4D6-D103-7C54-A24D-4BF7665ADCAD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6429957" y="4035828"/>
            <a:ext cx="3215613" cy="369332"/>
          </a:xfrm>
          <a:prstGeom prst="straightConnector1">
            <a:avLst/>
          </a:prstGeom>
          <a:ln w="5715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410A145-4980-1ACE-278B-0EF3D275C83D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6318083" y="2008135"/>
            <a:ext cx="3061885" cy="987821"/>
          </a:xfrm>
          <a:prstGeom prst="straightConnector1">
            <a:avLst/>
          </a:prstGeom>
          <a:ln w="5715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4DB0867-33B2-0754-96C3-C40679538342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2463056" y="2902763"/>
            <a:ext cx="3331213" cy="1878977"/>
          </a:xfrm>
          <a:prstGeom prst="straightConnector1">
            <a:avLst/>
          </a:prstGeom>
          <a:ln w="5715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42835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  <p:bldP spid="11" grpId="0"/>
      <p:bldP spid="13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792" y="277793"/>
            <a:ext cx="11215869" cy="157596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SmartArt – Insert diagrams for processes, hierarchy.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6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792" y="1201461"/>
            <a:ext cx="7772400" cy="1023162"/>
          </a:xfrm>
        </p:spPr>
        <p:txBody>
          <a:bodyPr>
            <a:normAutofit/>
          </a:bodyPr>
          <a:lstStyle/>
          <a:p>
            <a:r>
              <a:rPr dirty="0"/>
              <a:t> Visual data representation</a:t>
            </a:r>
          </a:p>
          <a:p>
            <a:r>
              <a:rPr dirty="0"/>
              <a:t>Types: List, Process, Cycle, Hierarchy, Relationship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FF770B-AFD7-41E6-9418-B6CBE4323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533" y="2439480"/>
            <a:ext cx="4471402" cy="29622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BC501C-701D-9169-BBC3-3F0F1D37F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05" y="2224623"/>
            <a:ext cx="6774506" cy="4384999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F367D1D-FBE9-4B14-AB15-9E5F1BE020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4591" y="1895264"/>
            <a:ext cx="8482818" cy="342909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76A9B77-199A-4571-CC53-8D200395EF97}"/>
              </a:ext>
            </a:extLst>
          </p:cNvPr>
          <p:cNvSpPr/>
          <p:nvPr/>
        </p:nvSpPr>
        <p:spPr>
          <a:xfrm>
            <a:off x="1886673" y="1932972"/>
            <a:ext cx="1157469" cy="35881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519419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4393C-5AE4-1A1C-3367-6A6EA8CF9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D5B88D-B8DC-417A-A6DF-3807078315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8266" y="642473"/>
            <a:ext cx="8784651" cy="4661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057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609602"/>
            <a:ext cx="7772400" cy="853439"/>
          </a:xfrm>
        </p:spPr>
        <p:txBody>
          <a:bodyPr>
            <a:normAutofit/>
          </a:bodyPr>
          <a:lstStyle/>
          <a:p>
            <a:r>
              <a:rPr sz="3600" b="1" u="sng" dirty="0"/>
              <a:t>Charts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8745" y="1305603"/>
            <a:ext cx="7772400" cy="1439773"/>
          </a:xfrm>
        </p:spPr>
        <p:txBody>
          <a:bodyPr>
            <a:normAutofit/>
          </a:bodyPr>
          <a:lstStyle/>
          <a:p>
            <a:r>
              <a:rPr dirty="0"/>
              <a:t> Types: Column, Line, Pie, Bar, Area</a:t>
            </a:r>
          </a:p>
          <a:p>
            <a:r>
              <a:rPr dirty="0"/>
              <a:t> Used for data visualization</a:t>
            </a:r>
          </a:p>
          <a:p>
            <a:r>
              <a:rPr dirty="0"/>
              <a:t> Editable via Excel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F366DC-8790-458E-BCAB-3D370DF2F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990849"/>
            <a:ext cx="3988191" cy="3257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2B254D-43C2-4C3C-BC07-4D71630AF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681" y="2597673"/>
            <a:ext cx="4219575" cy="4001703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9ACB9-D7D3-3392-2EB2-A932C864C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87AE71-EFC2-CB7D-B032-E08387711C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2525" y="437457"/>
            <a:ext cx="10537800" cy="5141540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9B8581C-A7C1-E126-EB90-741C22E3A7B0}"/>
              </a:ext>
            </a:extLst>
          </p:cNvPr>
          <p:cNvSpPr/>
          <p:nvPr/>
        </p:nvSpPr>
        <p:spPr>
          <a:xfrm>
            <a:off x="4710896" y="1354238"/>
            <a:ext cx="625033" cy="104923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578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31300"/>
            <a:ext cx="7772400" cy="1120726"/>
          </a:xfrm>
        </p:spPr>
        <p:txBody>
          <a:bodyPr>
            <a:normAutofit/>
          </a:bodyPr>
          <a:lstStyle/>
          <a:p>
            <a:r>
              <a:rPr sz="3600" b="1" u="sng" dirty="0"/>
              <a:t>Links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3151" y="1090378"/>
            <a:ext cx="8292905" cy="1120727"/>
          </a:xfrm>
        </p:spPr>
        <p:txBody>
          <a:bodyPr>
            <a:normAutofit/>
          </a:bodyPr>
          <a:lstStyle/>
          <a:p>
            <a:r>
              <a:rPr dirty="0"/>
              <a:t>Hyperlink: Link to web or doc</a:t>
            </a:r>
          </a:p>
          <a:p>
            <a:r>
              <a:rPr dirty="0"/>
              <a:t> Bookmark: Mark a locatio</a:t>
            </a:r>
            <a:r>
              <a:rPr lang="en-US" dirty="0"/>
              <a:t>n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094BF6-50A6-4B4D-AD9F-60CDF253D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06" y="2162706"/>
            <a:ext cx="5274197" cy="45639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8F595C-2995-4BFB-A6FD-BA8563160F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2399" y="2245931"/>
            <a:ext cx="4585815" cy="4445942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7819"/>
            <a:ext cx="12072395" cy="1049235"/>
          </a:xfrm>
        </p:spPr>
        <p:txBody>
          <a:bodyPr>
            <a:normAutofit fontScale="90000"/>
          </a:bodyPr>
          <a:lstStyle/>
          <a:p>
            <a:r>
              <a:rPr lang="en-US" sz="3600" b="1" u="sng" dirty="0"/>
              <a:t>Working with </a:t>
            </a:r>
            <a:r>
              <a:rPr sz="3600" b="1" u="sng" dirty="0"/>
              <a:t>Header, Footer &amp; Page Number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517" y="935800"/>
            <a:ext cx="7772400" cy="1023163"/>
          </a:xfrm>
        </p:spPr>
        <p:txBody>
          <a:bodyPr/>
          <a:lstStyle/>
          <a:p>
            <a:r>
              <a:rPr dirty="0"/>
              <a:t>Header/Footer: Top &amp; bottom info</a:t>
            </a:r>
          </a:p>
          <a:p>
            <a:r>
              <a:rPr dirty="0"/>
              <a:t>Page Number: Insert with formatting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486697-0311-DD0E-85F6-639AFA4779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30"/>
          <a:stretch/>
        </p:blipFill>
        <p:spPr>
          <a:xfrm>
            <a:off x="1207211" y="2251401"/>
            <a:ext cx="10660283" cy="235519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00382E5-56EA-8641-B37D-4CA5AAD9D0F6}"/>
              </a:ext>
            </a:extLst>
          </p:cNvPr>
          <p:cNvSpPr/>
          <p:nvPr/>
        </p:nvSpPr>
        <p:spPr>
          <a:xfrm>
            <a:off x="1207211" y="2379764"/>
            <a:ext cx="625033" cy="30556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3A08EF-0442-A5DB-D651-71E03C2C5D0A}"/>
              </a:ext>
            </a:extLst>
          </p:cNvPr>
          <p:cNvSpPr txBox="1"/>
          <p:nvPr/>
        </p:nvSpPr>
        <p:spPr>
          <a:xfrm>
            <a:off x="179682" y="5162309"/>
            <a:ext cx="20053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Click on insert tab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A14D7F2-2AA0-E62E-4B2A-906918881823}"/>
              </a:ext>
            </a:extLst>
          </p:cNvPr>
          <p:cNvCxnSpPr>
            <a:cxnSpLocks/>
          </p:cNvCxnSpPr>
          <p:nvPr/>
        </p:nvCxnSpPr>
        <p:spPr>
          <a:xfrm flipV="1">
            <a:off x="844952" y="2685327"/>
            <a:ext cx="674775" cy="2476982"/>
          </a:xfrm>
          <a:prstGeom prst="straightConnector1">
            <a:avLst/>
          </a:prstGeom>
          <a:ln w="3810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98C1E76B-64B2-5E2E-BFCA-5318AD9DB925}"/>
              </a:ext>
            </a:extLst>
          </p:cNvPr>
          <p:cNvSpPr/>
          <p:nvPr/>
        </p:nvSpPr>
        <p:spPr>
          <a:xfrm>
            <a:off x="9288269" y="2727216"/>
            <a:ext cx="1927599" cy="146281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4685CF-96C5-AF63-5B05-B3F642EDAE1F}"/>
              </a:ext>
            </a:extLst>
          </p:cNvPr>
          <p:cNvSpPr txBox="1"/>
          <p:nvPr/>
        </p:nvSpPr>
        <p:spPr>
          <a:xfrm>
            <a:off x="7473662" y="5275869"/>
            <a:ext cx="2688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Choose Header, Footer and Page number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A66D93F-5F5D-70E4-FE19-3CF727601CC3}"/>
              </a:ext>
            </a:extLst>
          </p:cNvPr>
          <p:cNvCxnSpPr>
            <a:cxnSpLocks/>
          </p:cNvCxnSpPr>
          <p:nvPr/>
        </p:nvCxnSpPr>
        <p:spPr>
          <a:xfrm flipV="1">
            <a:off x="8290917" y="4190035"/>
            <a:ext cx="997352" cy="1085834"/>
          </a:xfrm>
          <a:prstGeom prst="straightConnector1">
            <a:avLst/>
          </a:prstGeom>
          <a:ln w="3810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/>
      <p:bldP spid="14" grpId="0" animBg="1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E9164B-F658-1A59-E71F-3780E6409C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0584" y="2763968"/>
            <a:ext cx="9857491" cy="2791881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E96E2D5-C377-B17D-7956-333EC680B302}"/>
              </a:ext>
            </a:extLst>
          </p:cNvPr>
          <p:cNvSpPr/>
          <p:nvPr/>
        </p:nvSpPr>
        <p:spPr>
          <a:xfrm>
            <a:off x="1056739" y="2889050"/>
            <a:ext cx="625033" cy="30556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4A06465-1F8D-56FB-B435-C838B4922025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1369256" y="1944547"/>
            <a:ext cx="336361" cy="944503"/>
          </a:xfrm>
          <a:prstGeom prst="straightConnector1">
            <a:avLst/>
          </a:prstGeom>
          <a:ln w="3810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430F4DE-E720-7242-4136-511960C2396F}"/>
              </a:ext>
            </a:extLst>
          </p:cNvPr>
          <p:cNvSpPr/>
          <p:nvPr/>
        </p:nvSpPr>
        <p:spPr>
          <a:xfrm>
            <a:off x="9531337" y="3276218"/>
            <a:ext cx="654385" cy="97169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0024F91-AFAD-C8D1-376A-1DBE94549F9C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8877782" y="2193805"/>
            <a:ext cx="980748" cy="1082413"/>
          </a:xfrm>
          <a:prstGeom prst="straightConnector1">
            <a:avLst/>
          </a:prstGeom>
          <a:ln w="3810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163BE27-FB3A-0271-6865-D06135667941}"/>
              </a:ext>
            </a:extLst>
          </p:cNvPr>
          <p:cNvSpPr txBox="1"/>
          <p:nvPr/>
        </p:nvSpPr>
        <p:spPr>
          <a:xfrm>
            <a:off x="807334" y="1448556"/>
            <a:ext cx="2676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on the design tab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7A8AF0F-352D-66F9-B13F-5FF5B4320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4507" y="198490"/>
            <a:ext cx="9291215" cy="1049235"/>
          </a:xfrm>
        </p:spPr>
        <p:txBody>
          <a:bodyPr/>
          <a:lstStyle/>
          <a:p>
            <a:r>
              <a:rPr lang="en-US" dirty="0"/>
              <a:t>For watermark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0842F0-E46B-CBC3-D654-482D1CE97FDD}"/>
              </a:ext>
            </a:extLst>
          </p:cNvPr>
          <p:cNvSpPr txBox="1"/>
          <p:nvPr/>
        </p:nvSpPr>
        <p:spPr>
          <a:xfrm>
            <a:off x="6754477" y="1493468"/>
            <a:ext cx="26766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the page background select background</a:t>
            </a:r>
          </a:p>
        </p:txBody>
      </p:sp>
    </p:spTree>
    <p:extLst>
      <p:ext uri="{BB962C8B-B14F-4D97-AF65-F5344CB8AC3E}">
        <p14:creationId xmlns:p14="http://schemas.microsoft.com/office/powerpoint/2010/main" val="2521540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18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F9DE-A10C-4A29-87D4-F4990F244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92" y="191061"/>
            <a:ext cx="9291215" cy="1049235"/>
          </a:xfrm>
        </p:spPr>
        <p:txBody>
          <a:bodyPr>
            <a:normAutofit/>
          </a:bodyPr>
          <a:lstStyle/>
          <a:p>
            <a:r>
              <a:rPr lang="en-US" sz="3600" b="1" dirty="0"/>
              <a:t>How to save a file in msword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B6202-B768-4065-935B-79765C821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58" y="1104196"/>
            <a:ext cx="9026324" cy="114977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Click on the File Tab The File tab is located at the top-left corner of the MS Word window. Clicking it opens the backstage view, where file-related options are available.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6E2AA1-3060-4FC8-B288-DC4372308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068" y="2037144"/>
            <a:ext cx="6923381" cy="3716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419271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99DED7E-B1FB-4C3E-B435-BE5D626E777F}"/>
              </a:ext>
            </a:extLst>
          </p:cNvPr>
          <p:cNvSpPr/>
          <p:nvPr/>
        </p:nvSpPr>
        <p:spPr>
          <a:xfrm>
            <a:off x="2037738" y="187478"/>
            <a:ext cx="2522688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/>
              <a:t>Choose 'Save’: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Updates the existing file (useful for ongoing work).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207357-9761-4328-865A-374677EE2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56" y="1527949"/>
            <a:ext cx="4332850" cy="45270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66C365-6668-464A-9421-3F4E0EABD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284" y="1437263"/>
            <a:ext cx="4023360" cy="45270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7B2E3F-C1C8-6931-5BA6-AABDF65AD33E}"/>
              </a:ext>
            </a:extLst>
          </p:cNvPr>
          <p:cNvSpPr txBox="1"/>
          <p:nvPr/>
        </p:nvSpPr>
        <p:spPr>
          <a:xfrm>
            <a:off x="4985795" y="3531204"/>
            <a:ext cx="31975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u="sng" dirty="0"/>
              <a:t>Choose 'Save As:</a:t>
            </a:r>
            <a:endParaRPr lang="en-US" dirty="0"/>
          </a:p>
          <a:p>
            <a:r>
              <a:rPr lang="en-US" dirty="0"/>
              <a:t>Save As: Lets you create a new file with a different name or format</a:t>
            </a:r>
          </a:p>
        </p:txBody>
      </p:sp>
    </p:spTree>
    <p:extLst>
      <p:ext uri="{BB962C8B-B14F-4D97-AF65-F5344CB8AC3E}">
        <p14:creationId xmlns:p14="http://schemas.microsoft.com/office/powerpoint/2010/main" val="235639489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FC0EE24-0C5E-4023-81FB-4A74BE9434E4}"/>
              </a:ext>
            </a:extLst>
          </p:cNvPr>
          <p:cNvSpPr/>
          <p:nvPr/>
        </p:nvSpPr>
        <p:spPr>
          <a:xfrm>
            <a:off x="3210609" y="330107"/>
            <a:ext cx="7786467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/>
              <a:t>Enter a File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Type a meaningful name so you can recognize the file easily later.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1B0A9F-7465-4246-BF16-ADD0127D6659}"/>
              </a:ext>
            </a:extLst>
          </p:cNvPr>
          <p:cNvSpPr/>
          <p:nvPr/>
        </p:nvSpPr>
        <p:spPr>
          <a:xfrm>
            <a:off x="374811" y="1583779"/>
            <a:ext cx="2634607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u="sng" dirty="0"/>
              <a:t>Select File Format</a:t>
            </a:r>
          </a:p>
          <a:p>
            <a:r>
              <a:rPr lang="en-US" b="1" u="sng" dirty="0"/>
              <a:t>Common formats: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.docx (default Word document) .pdf (for sharing or printing).txt (plain text)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583E76-F9C4-4CB6-B39F-8E1D4F250670}"/>
              </a:ext>
            </a:extLst>
          </p:cNvPr>
          <p:cNvSpPr/>
          <p:nvPr/>
        </p:nvSpPr>
        <p:spPr>
          <a:xfrm>
            <a:off x="8771681" y="2893510"/>
            <a:ext cx="3045508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Click the Save’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Button Once everything is selected (name, location, format), click Save.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Your file is now stored and can be reopened anytime.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FD28409-28F3-4CD4-8798-F426397BA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3247" y="1848334"/>
            <a:ext cx="4493319" cy="3595096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5C52C64-8093-7D27-C867-0E2A9C7C60D7}"/>
              </a:ext>
            </a:extLst>
          </p:cNvPr>
          <p:cNvCxnSpPr>
            <a:cxnSpLocks/>
          </p:cNvCxnSpPr>
          <p:nvPr/>
        </p:nvCxnSpPr>
        <p:spPr>
          <a:xfrm>
            <a:off x="2201916" y="3429000"/>
            <a:ext cx="1501983" cy="1058001"/>
          </a:xfrm>
          <a:prstGeom prst="straightConnector1">
            <a:avLst/>
          </a:prstGeom>
          <a:ln w="5715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6A65E6F-77D8-38B3-6710-9AE9802D73FE}"/>
              </a:ext>
            </a:extLst>
          </p:cNvPr>
          <p:cNvCxnSpPr>
            <a:cxnSpLocks/>
          </p:cNvCxnSpPr>
          <p:nvPr/>
        </p:nvCxnSpPr>
        <p:spPr>
          <a:xfrm flipH="1">
            <a:off x="4271058" y="955523"/>
            <a:ext cx="538504" cy="3292386"/>
          </a:xfrm>
          <a:prstGeom prst="straightConnector1">
            <a:avLst/>
          </a:prstGeom>
          <a:ln w="5715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D368995-72CD-5D6B-86CF-1F7DCAED2B3A}"/>
              </a:ext>
            </a:extLst>
          </p:cNvPr>
          <p:cNvCxnSpPr>
            <a:cxnSpLocks/>
          </p:cNvCxnSpPr>
          <p:nvPr/>
        </p:nvCxnSpPr>
        <p:spPr>
          <a:xfrm flipH="1">
            <a:off x="6782765" y="3429000"/>
            <a:ext cx="1937321" cy="1803612"/>
          </a:xfrm>
          <a:prstGeom prst="straightConnector1">
            <a:avLst/>
          </a:prstGeom>
          <a:ln w="5715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1472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1422D-3D73-6DA5-CF1B-751272387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716" y="195943"/>
            <a:ext cx="12199716" cy="1049235"/>
          </a:xfrm>
        </p:spPr>
        <p:txBody>
          <a:bodyPr/>
          <a:lstStyle/>
          <a:p>
            <a:r>
              <a:rPr lang="en-US" b="1" dirty="0"/>
              <a:t>Proofing Tools: Spelling, Grammar &amp; Thesaurus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4B8E89-A1B4-FADD-67F0-AEDF92C85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070" y="2130514"/>
            <a:ext cx="6860141" cy="29382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076086-78DD-2CFF-B6C2-E332C2803C40}"/>
              </a:ext>
            </a:extLst>
          </p:cNvPr>
          <p:cNvSpPr txBox="1"/>
          <p:nvPr/>
        </p:nvSpPr>
        <p:spPr>
          <a:xfrm>
            <a:off x="4930434" y="1314255"/>
            <a:ext cx="2651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Click on Review tab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FEBEB5-C56D-104A-65DE-573F227DC76E}"/>
              </a:ext>
            </a:extLst>
          </p:cNvPr>
          <p:cNvSpPr txBox="1"/>
          <p:nvPr/>
        </p:nvSpPr>
        <p:spPr>
          <a:xfrm>
            <a:off x="506393" y="4558797"/>
            <a:ext cx="28927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click on spelling and grammar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088FDB-EDF4-7278-A130-8ECF9606BA62}"/>
              </a:ext>
            </a:extLst>
          </p:cNvPr>
          <p:cNvSpPr txBox="1"/>
          <p:nvPr/>
        </p:nvSpPr>
        <p:spPr>
          <a:xfrm>
            <a:off x="5469038" y="5715840"/>
            <a:ext cx="3049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Click on thesaurus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70BA3E9-EBA4-BBFB-7F73-583312151405}"/>
              </a:ext>
            </a:extLst>
          </p:cNvPr>
          <p:cNvCxnSpPr>
            <a:cxnSpLocks/>
          </p:cNvCxnSpPr>
          <p:nvPr/>
        </p:nvCxnSpPr>
        <p:spPr>
          <a:xfrm flipV="1">
            <a:off x="2338086" y="3572842"/>
            <a:ext cx="1061013" cy="985955"/>
          </a:xfrm>
          <a:prstGeom prst="straightConnector1">
            <a:avLst/>
          </a:prstGeom>
          <a:ln w="5715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588F579-0F78-2193-C8EE-053B40BC943F}"/>
              </a:ext>
            </a:extLst>
          </p:cNvPr>
          <p:cNvCxnSpPr>
            <a:cxnSpLocks/>
          </p:cNvCxnSpPr>
          <p:nvPr/>
        </p:nvCxnSpPr>
        <p:spPr>
          <a:xfrm flipH="1" flipV="1">
            <a:off x="4726329" y="3625494"/>
            <a:ext cx="1302573" cy="2090346"/>
          </a:xfrm>
          <a:prstGeom prst="straightConnector1">
            <a:avLst/>
          </a:prstGeom>
          <a:ln w="5715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A6918AC-322C-F1FB-8732-A7E28D2B8BE7}"/>
              </a:ext>
            </a:extLst>
          </p:cNvPr>
          <p:cNvCxnSpPr>
            <a:cxnSpLocks/>
          </p:cNvCxnSpPr>
          <p:nvPr/>
        </p:nvCxnSpPr>
        <p:spPr>
          <a:xfrm>
            <a:off x="5850228" y="1663557"/>
            <a:ext cx="2796061" cy="693887"/>
          </a:xfrm>
          <a:prstGeom prst="straightConnector1">
            <a:avLst/>
          </a:prstGeom>
          <a:ln w="5715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8A23A4C5-6613-C8EF-F141-FD8C016B51A6}"/>
              </a:ext>
            </a:extLst>
          </p:cNvPr>
          <p:cNvSpPr/>
          <p:nvPr/>
        </p:nvSpPr>
        <p:spPr>
          <a:xfrm>
            <a:off x="8646289" y="2312049"/>
            <a:ext cx="625033" cy="30556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CF4884B-7389-F29C-9CB0-6A2148731295}"/>
              </a:ext>
            </a:extLst>
          </p:cNvPr>
          <p:cNvSpPr/>
          <p:nvPr/>
        </p:nvSpPr>
        <p:spPr>
          <a:xfrm>
            <a:off x="3298243" y="2639539"/>
            <a:ext cx="729747" cy="98595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422938D-5C26-B2AA-2A5A-66C1E628180E}"/>
              </a:ext>
            </a:extLst>
          </p:cNvPr>
          <p:cNvSpPr/>
          <p:nvPr/>
        </p:nvSpPr>
        <p:spPr>
          <a:xfrm>
            <a:off x="4097438" y="2645309"/>
            <a:ext cx="729747" cy="98595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228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78DD6-5239-4E71-CCD0-62C20A846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714" y="171894"/>
            <a:ext cx="9291215" cy="1049235"/>
          </a:xfrm>
        </p:spPr>
        <p:txBody>
          <a:bodyPr/>
          <a:lstStyle/>
          <a:p>
            <a:r>
              <a:rPr lang="en-US" dirty="0"/>
              <a:t>Hyperlink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697D86-B25E-DC79-C485-F6AF50F4A5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7470" y="1401214"/>
            <a:ext cx="10102327" cy="3561536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6654AEA-D47C-AB39-C1EB-D7A61409BC9F}"/>
              </a:ext>
            </a:extLst>
          </p:cNvPr>
          <p:cNvSpPr/>
          <p:nvPr/>
        </p:nvSpPr>
        <p:spPr>
          <a:xfrm>
            <a:off x="1877470" y="1538572"/>
            <a:ext cx="625033" cy="30556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2EE1642-E7F3-C4F6-58B7-1E00B9660784}"/>
              </a:ext>
            </a:extLst>
          </p:cNvPr>
          <p:cNvCxnSpPr>
            <a:cxnSpLocks/>
          </p:cNvCxnSpPr>
          <p:nvPr/>
        </p:nvCxnSpPr>
        <p:spPr>
          <a:xfrm flipV="1">
            <a:off x="963198" y="1844135"/>
            <a:ext cx="1058891" cy="1584865"/>
          </a:xfrm>
          <a:prstGeom prst="straightConnector1">
            <a:avLst/>
          </a:prstGeom>
          <a:ln w="5715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56454E5-DF68-DB77-086D-1900A0478A2E}"/>
              </a:ext>
            </a:extLst>
          </p:cNvPr>
          <p:cNvSpPr txBox="1"/>
          <p:nvPr/>
        </p:nvSpPr>
        <p:spPr>
          <a:xfrm>
            <a:off x="470718" y="3429000"/>
            <a:ext cx="1513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Click on insert tab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99B59B-E5F4-9CE7-2D91-6F35C95DF0CB}"/>
              </a:ext>
            </a:extLst>
          </p:cNvPr>
          <p:cNvSpPr/>
          <p:nvPr/>
        </p:nvSpPr>
        <p:spPr>
          <a:xfrm>
            <a:off x="7354220" y="1844135"/>
            <a:ext cx="886951" cy="30556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B99807C-509E-DA11-20E7-3A134E8F6BBC}"/>
              </a:ext>
            </a:extLst>
          </p:cNvPr>
          <p:cNvCxnSpPr>
            <a:cxnSpLocks/>
          </p:cNvCxnSpPr>
          <p:nvPr/>
        </p:nvCxnSpPr>
        <p:spPr>
          <a:xfrm flipV="1">
            <a:off x="6574420" y="2167300"/>
            <a:ext cx="1303810" cy="3238371"/>
          </a:xfrm>
          <a:prstGeom prst="straightConnector1">
            <a:avLst/>
          </a:prstGeom>
          <a:ln w="5715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453F8AD-2A2B-76F5-13A3-EE79E91E7BA1}"/>
              </a:ext>
            </a:extLst>
          </p:cNvPr>
          <p:cNvSpPr txBox="1"/>
          <p:nvPr/>
        </p:nvSpPr>
        <p:spPr>
          <a:xfrm>
            <a:off x="5474082" y="5270157"/>
            <a:ext cx="184111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Click on Hyperlink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2F02E44-97D6-AF29-7739-72787742F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1554" y="941512"/>
            <a:ext cx="7199532" cy="5026091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5C9325D3-A98F-CEA0-98E2-EE4B8133A105}"/>
              </a:ext>
            </a:extLst>
          </p:cNvPr>
          <p:cNvSpPr/>
          <p:nvPr/>
        </p:nvSpPr>
        <p:spPr>
          <a:xfrm>
            <a:off x="4257679" y="1529796"/>
            <a:ext cx="3327283" cy="30556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CF8C70-74E7-655C-CBEA-C9B275C71629}"/>
              </a:ext>
            </a:extLst>
          </p:cNvPr>
          <p:cNvSpPr txBox="1"/>
          <p:nvPr/>
        </p:nvSpPr>
        <p:spPr>
          <a:xfrm>
            <a:off x="9820553" y="5300820"/>
            <a:ext cx="1658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Add text here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CF2579B-8511-4160-23C4-7762F49AFCA1}"/>
              </a:ext>
            </a:extLst>
          </p:cNvPr>
          <p:cNvCxnSpPr>
            <a:cxnSpLocks/>
          </p:cNvCxnSpPr>
          <p:nvPr/>
        </p:nvCxnSpPr>
        <p:spPr>
          <a:xfrm flipH="1" flipV="1">
            <a:off x="7042014" y="1877235"/>
            <a:ext cx="3272516" cy="3392922"/>
          </a:xfrm>
          <a:prstGeom prst="straightConnector1">
            <a:avLst/>
          </a:prstGeom>
          <a:ln w="5715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F274635-B1DA-B8AA-A04A-3E58E09388C3}"/>
              </a:ext>
            </a:extLst>
          </p:cNvPr>
          <p:cNvSpPr/>
          <p:nvPr/>
        </p:nvSpPr>
        <p:spPr>
          <a:xfrm>
            <a:off x="4115710" y="4971526"/>
            <a:ext cx="3327283" cy="30556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822BC1C-D3A4-40FA-6990-5BA4C6BC6D79}"/>
              </a:ext>
            </a:extLst>
          </p:cNvPr>
          <p:cNvCxnSpPr>
            <a:cxnSpLocks/>
          </p:cNvCxnSpPr>
          <p:nvPr/>
        </p:nvCxnSpPr>
        <p:spPr>
          <a:xfrm flipH="1" flipV="1">
            <a:off x="7077565" y="5329569"/>
            <a:ext cx="800665" cy="969975"/>
          </a:xfrm>
          <a:prstGeom prst="straightConnector1">
            <a:avLst/>
          </a:prstGeom>
          <a:ln w="5715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2D8489D-53D6-C43A-9E01-4C0ACEA4DC31}"/>
              </a:ext>
            </a:extLst>
          </p:cNvPr>
          <p:cNvSpPr txBox="1"/>
          <p:nvPr/>
        </p:nvSpPr>
        <p:spPr>
          <a:xfrm>
            <a:off x="7849235" y="6316774"/>
            <a:ext cx="16580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Add address here</a:t>
            </a:r>
          </a:p>
        </p:txBody>
      </p:sp>
    </p:spTree>
    <p:extLst>
      <p:ext uri="{BB962C8B-B14F-4D97-AF65-F5344CB8AC3E}">
        <p14:creationId xmlns:p14="http://schemas.microsoft.com/office/powerpoint/2010/main" val="824322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6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/>
      <p:bldP spid="15" grpId="0" animBg="1"/>
      <p:bldP spid="21" grpId="0"/>
      <p:bldP spid="23" grpId="0" animBg="1"/>
      <p:bldP spid="25" grpId="0"/>
      <p:bldP spid="28" grpId="0" animBg="1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FE64-5A06-9C0E-AC0C-4D16207ED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98463"/>
            <a:ext cx="9291215" cy="1049235"/>
          </a:xfrm>
        </p:spPr>
        <p:txBody>
          <a:bodyPr/>
          <a:lstStyle/>
          <a:p>
            <a:r>
              <a:rPr lang="en-US" dirty="0"/>
              <a:t>Integrating AI tools in Word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5783CE0-CD1B-1060-6F4A-16A95CF3E9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7225" y="931722"/>
            <a:ext cx="10374775" cy="5827815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C1BE27A-F55D-E2B7-9885-F802E43E32C1}"/>
              </a:ext>
            </a:extLst>
          </p:cNvPr>
          <p:cNvSpPr/>
          <p:nvPr/>
        </p:nvSpPr>
        <p:spPr>
          <a:xfrm>
            <a:off x="1703850" y="936688"/>
            <a:ext cx="625033" cy="305563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89037FB-DFA6-A17E-F26D-C353A6E2E492}"/>
              </a:ext>
            </a:extLst>
          </p:cNvPr>
          <p:cNvCxnSpPr>
            <a:cxnSpLocks/>
          </p:cNvCxnSpPr>
          <p:nvPr/>
        </p:nvCxnSpPr>
        <p:spPr>
          <a:xfrm flipV="1">
            <a:off x="1475283" y="1233420"/>
            <a:ext cx="627197" cy="1544504"/>
          </a:xfrm>
          <a:prstGeom prst="straightConnector1">
            <a:avLst/>
          </a:prstGeom>
          <a:ln w="5715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94788CF-BF22-4504-6B06-59B0D21CDEAD}"/>
              </a:ext>
            </a:extLst>
          </p:cNvPr>
          <p:cNvSpPr txBox="1"/>
          <p:nvPr/>
        </p:nvSpPr>
        <p:spPr>
          <a:xfrm>
            <a:off x="303313" y="2815339"/>
            <a:ext cx="1513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Click on Home tab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26F7E9-08FF-CF13-E8F4-7B8A533FB413}"/>
              </a:ext>
            </a:extLst>
          </p:cNvPr>
          <p:cNvSpPr/>
          <p:nvPr/>
        </p:nvSpPr>
        <p:spPr>
          <a:xfrm>
            <a:off x="10742794" y="1233420"/>
            <a:ext cx="484649" cy="74753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E0308D0-67A6-94B8-8898-04E4E6AF519F}"/>
              </a:ext>
            </a:extLst>
          </p:cNvPr>
          <p:cNvCxnSpPr>
            <a:cxnSpLocks/>
          </p:cNvCxnSpPr>
          <p:nvPr/>
        </p:nvCxnSpPr>
        <p:spPr>
          <a:xfrm flipV="1">
            <a:off x="8785185" y="1980957"/>
            <a:ext cx="1957609" cy="1448043"/>
          </a:xfrm>
          <a:prstGeom prst="straightConnector1">
            <a:avLst/>
          </a:prstGeom>
          <a:ln w="5715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91C2974-17AB-9B22-F206-C6D7C39420F3}"/>
              </a:ext>
            </a:extLst>
          </p:cNvPr>
          <p:cNvSpPr txBox="1"/>
          <p:nvPr/>
        </p:nvSpPr>
        <p:spPr>
          <a:xfrm>
            <a:off x="7655608" y="3202073"/>
            <a:ext cx="11295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Click on </a:t>
            </a:r>
          </a:p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Add-ins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E87BEA-CAD3-6867-1DDE-4A042C87ED59}"/>
              </a:ext>
            </a:extLst>
          </p:cNvPr>
          <p:cNvSpPr/>
          <p:nvPr/>
        </p:nvSpPr>
        <p:spPr>
          <a:xfrm>
            <a:off x="11227443" y="6262971"/>
            <a:ext cx="964557" cy="32302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700A63-A6F0-A6EF-F631-728816694D70}"/>
              </a:ext>
            </a:extLst>
          </p:cNvPr>
          <p:cNvCxnSpPr>
            <a:cxnSpLocks/>
          </p:cNvCxnSpPr>
          <p:nvPr/>
        </p:nvCxnSpPr>
        <p:spPr>
          <a:xfrm>
            <a:off x="8414795" y="5483375"/>
            <a:ext cx="2812648" cy="941108"/>
          </a:xfrm>
          <a:prstGeom prst="straightConnector1">
            <a:avLst/>
          </a:prstGeom>
          <a:ln w="5715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9FDD032-FF0F-1063-594D-DB547F53E534}"/>
              </a:ext>
            </a:extLst>
          </p:cNvPr>
          <p:cNvSpPr txBox="1"/>
          <p:nvPr/>
        </p:nvSpPr>
        <p:spPr>
          <a:xfrm>
            <a:off x="7285218" y="5160209"/>
            <a:ext cx="11295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Click on </a:t>
            </a:r>
          </a:p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More Add-ins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4ACD8F9F-E29F-F46B-01F9-19B1922D5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075" y="952500"/>
            <a:ext cx="7181850" cy="4953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F408B2F-7893-9CEA-0479-7149D22AE668}"/>
              </a:ext>
            </a:extLst>
          </p:cNvPr>
          <p:cNvSpPr/>
          <p:nvPr/>
        </p:nvSpPr>
        <p:spPr>
          <a:xfrm>
            <a:off x="2924537" y="2132738"/>
            <a:ext cx="964557" cy="32302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5BF1E2-15DA-9C53-896B-6258B8B757DB}"/>
              </a:ext>
            </a:extLst>
          </p:cNvPr>
          <p:cNvSpPr txBox="1"/>
          <p:nvPr/>
        </p:nvSpPr>
        <p:spPr>
          <a:xfrm>
            <a:off x="507752" y="3845629"/>
            <a:ext cx="151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Type here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0E184B1-BF93-1907-BF14-900C87AE394E}"/>
              </a:ext>
            </a:extLst>
          </p:cNvPr>
          <p:cNvCxnSpPr>
            <a:cxnSpLocks/>
          </p:cNvCxnSpPr>
          <p:nvPr/>
        </p:nvCxnSpPr>
        <p:spPr>
          <a:xfrm flipV="1">
            <a:off x="1616828" y="2446485"/>
            <a:ext cx="1309196" cy="1399144"/>
          </a:xfrm>
          <a:prstGeom prst="straightConnector1">
            <a:avLst/>
          </a:prstGeom>
          <a:ln w="5715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43B87D62-813F-67F7-52B4-0A53843395F3}"/>
              </a:ext>
            </a:extLst>
          </p:cNvPr>
          <p:cNvSpPr/>
          <p:nvPr/>
        </p:nvSpPr>
        <p:spPr>
          <a:xfrm>
            <a:off x="8586487" y="3891937"/>
            <a:ext cx="964557" cy="323024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DE6B621-BC96-FD21-EC5C-10231660481B}"/>
              </a:ext>
            </a:extLst>
          </p:cNvPr>
          <p:cNvCxnSpPr>
            <a:cxnSpLocks/>
          </p:cNvCxnSpPr>
          <p:nvPr/>
        </p:nvCxnSpPr>
        <p:spPr>
          <a:xfrm flipV="1">
            <a:off x="6840638" y="4066276"/>
            <a:ext cx="1730024" cy="1739391"/>
          </a:xfrm>
          <a:prstGeom prst="straightConnector1">
            <a:avLst/>
          </a:prstGeom>
          <a:ln w="57150">
            <a:solidFill>
              <a:srgbClr val="6E350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B313C5D-0031-6E0F-2ED2-AB88ACA0CC52}"/>
              </a:ext>
            </a:extLst>
          </p:cNvPr>
          <p:cNvSpPr txBox="1"/>
          <p:nvPr/>
        </p:nvSpPr>
        <p:spPr>
          <a:xfrm>
            <a:off x="5900859" y="5754040"/>
            <a:ext cx="15139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2">
                    <a:lumMod val="10000"/>
                  </a:schemeClr>
                </a:solidFill>
              </a:rPr>
              <a:t>Click add </a:t>
            </a:r>
          </a:p>
        </p:txBody>
      </p:sp>
    </p:spTree>
    <p:extLst>
      <p:ext uri="{BB962C8B-B14F-4D97-AF65-F5344CB8AC3E}">
        <p14:creationId xmlns:p14="http://schemas.microsoft.com/office/powerpoint/2010/main" val="2412061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80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/>
      <p:bldP spid="14" grpId="0" animBg="1"/>
      <p:bldP spid="17" grpId="0"/>
      <p:bldP spid="18" grpId="0" animBg="1"/>
      <p:bldP spid="22" grpId="0"/>
      <p:bldP spid="25" grpId="0" animBg="1"/>
      <p:bldP spid="26" grpId="0"/>
      <p:bldP spid="29" grpId="0" animBg="1"/>
      <p:bldP spid="3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929E8-FE7B-8DDB-C2EF-56FDE798C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482E3-3AF7-C608-C92E-4C38E1CA43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Click </a:t>
            </a:r>
          </a:p>
        </p:txBody>
      </p:sp>
    </p:spTree>
    <p:extLst>
      <p:ext uri="{BB962C8B-B14F-4D97-AF65-F5344CB8AC3E}">
        <p14:creationId xmlns:p14="http://schemas.microsoft.com/office/powerpoint/2010/main" val="102612888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127</TotalTime>
  <Words>355</Words>
  <Application>Microsoft Office PowerPoint</Application>
  <PresentationFormat>Widescreen</PresentationFormat>
  <Paragraphs>56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Rockwell</vt:lpstr>
      <vt:lpstr>Times New Roman</vt:lpstr>
      <vt:lpstr>Gallery</vt:lpstr>
      <vt:lpstr>PowerPoint Presentation</vt:lpstr>
      <vt:lpstr>SmartArt – Insert diagrams for processes, hierarchy. </vt:lpstr>
      <vt:lpstr>PowerPoint Presentation</vt:lpstr>
      <vt:lpstr>PowerPoint Presentation</vt:lpstr>
      <vt:lpstr>Charts</vt:lpstr>
      <vt:lpstr>PowerPoint Presentation</vt:lpstr>
      <vt:lpstr>Links Group</vt:lpstr>
      <vt:lpstr>Working with Header, Footer &amp; Page Number</vt:lpstr>
      <vt:lpstr>For watermark</vt:lpstr>
      <vt:lpstr>How to save a file in msword</vt:lpstr>
      <vt:lpstr>PowerPoint Presentation</vt:lpstr>
      <vt:lpstr>PowerPoint Presentation</vt:lpstr>
      <vt:lpstr>Proofing Tools: Spelling, Grammar &amp; Thesaurus</vt:lpstr>
      <vt:lpstr>Hyperlink</vt:lpstr>
      <vt:lpstr>Integrating AI tools in Word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Asghar</dc:creator>
  <cp:lastModifiedBy>Manal Asghar</cp:lastModifiedBy>
  <cp:revision>29</cp:revision>
  <dcterms:created xsi:type="dcterms:W3CDTF">2026-02-14T08:56:42Z</dcterms:created>
  <dcterms:modified xsi:type="dcterms:W3CDTF">2026-02-14T11:04:07Z</dcterms:modified>
</cp:coreProperties>
</file>