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79" r:id="rId3"/>
    <p:sldId id="258" r:id="rId4"/>
    <p:sldId id="280" r:id="rId5"/>
    <p:sldId id="281" r:id="rId6"/>
    <p:sldId id="282" r:id="rId7"/>
    <p:sldId id="283" r:id="rId8"/>
    <p:sldId id="263" r:id="rId9"/>
    <p:sldId id="272" r:id="rId10"/>
    <p:sldId id="264" r:id="rId11"/>
    <p:sldId id="28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B9195-4BBE-421D-A2D5-2B1E3AE484E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B32D1-48EF-402F-B3D6-C07AEF683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4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9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0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1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20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8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2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1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37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3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1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4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65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2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14690AF-BE1A-4561-BD96-83D9F42007B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206C44A-A678-4364-93A1-82944F5A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55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57" y="187571"/>
            <a:ext cx="7772400" cy="1456267"/>
          </a:xfrm>
        </p:spPr>
        <p:txBody>
          <a:bodyPr>
            <a:normAutofit/>
          </a:bodyPr>
          <a:lstStyle/>
          <a:p>
            <a:r>
              <a:rPr sz="3600" b="1" u="sng" dirty="0"/>
              <a:t>Conditional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58" y="1340210"/>
            <a:ext cx="8166775" cy="3947886"/>
          </a:xfrm>
        </p:spPr>
        <p:txBody>
          <a:bodyPr>
            <a:normAutofit/>
          </a:bodyPr>
          <a:lstStyle/>
          <a:p>
            <a:r>
              <a:rPr dirty="0"/>
              <a:t>Purpose: Highlights cells based on specific conditions.</a:t>
            </a:r>
          </a:p>
          <a:p>
            <a:r>
              <a:rPr dirty="0"/>
              <a:t>Examples:</a:t>
            </a:r>
          </a:p>
          <a:p>
            <a:r>
              <a:rPr dirty="0"/>
              <a:t> Highlight values &gt; 100</a:t>
            </a:r>
          </a:p>
          <a:p>
            <a:r>
              <a:rPr dirty="0"/>
              <a:t> Color top 10% in green</a:t>
            </a:r>
          </a:p>
          <a:p>
            <a:pPr marL="0" indent="0">
              <a:buNone/>
            </a:pPr>
            <a:r>
              <a:rPr dirty="0"/>
              <a:t>Steps:</a:t>
            </a:r>
          </a:p>
          <a:p>
            <a:pPr marL="0" indent="0">
              <a:buNone/>
            </a:pPr>
            <a:r>
              <a:rPr dirty="0"/>
              <a:t>1. Select data range</a:t>
            </a:r>
          </a:p>
          <a:p>
            <a:pPr marL="0" indent="0">
              <a:buNone/>
            </a:pPr>
            <a:r>
              <a:rPr dirty="0"/>
              <a:t>2. Home &gt; Conditional Formatting</a:t>
            </a:r>
          </a:p>
          <a:p>
            <a:pPr marL="0" indent="0">
              <a:buNone/>
            </a:pPr>
            <a:r>
              <a:rPr dirty="0"/>
              <a:t>3. Choose rule type (e.g., greater than, color scales)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CA7F-109E-127A-F37E-55962E07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53099"/>
          </a:xfrm>
        </p:spPr>
        <p:txBody>
          <a:bodyPr/>
          <a:lstStyle/>
          <a:p>
            <a:r>
              <a:rPr lang="en-US" b="1" dirty="0"/>
              <a:t>XLOOKUP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D8F93-A71F-8AF0-8196-F533E32CBEB9}"/>
              </a:ext>
            </a:extLst>
          </p:cNvPr>
          <p:cNvSpPr txBox="1"/>
          <p:nvPr/>
        </p:nvSpPr>
        <p:spPr>
          <a:xfrm>
            <a:off x="966730" y="1610283"/>
            <a:ext cx="6932364" cy="4598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j-lt"/>
              </a:rPr>
              <a:t>XLOOKUP is a modern Excel function used to search for a value in a table and return a matching result from another column.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j-lt"/>
              </a:rPr>
              <a:t>It replaces: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j-lt"/>
              </a:rPr>
              <a:t>VLOOKUP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j-lt"/>
              </a:rPr>
              <a:t>HLOOKUP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search left or right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need to count column numbers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Handles errors easily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Works vertically and horizontally</a:t>
            </a:r>
          </a:p>
        </p:txBody>
      </p:sp>
    </p:spTree>
    <p:extLst>
      <p:ext uri="{BB962C8B-B14F-4D97-AF65-F5344CB8AC3E}">
        <p14:creationId xmlns:p14="http://schemas.microsoft.com/office/powerpoint/2010/main" val="40222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889" y="285563"/>
            <a:ext cx="7772400" cy="825304"/>
          </a:xfrm>
        </p:spPr>
        <p:txBody>
          <a:bodyPr>
            <a:normAutofit/>
          </a:bodyPr>
          <a:lstStyle/>
          <a:p>
            <a:r>
              <a:rPr sz="3600" b="1" u="sng" dirty="0"/>
              <a:t>Pivot Tables &amp; Pivot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142" y="1361905"/>
            <a:ext cx="7772400" cy="364913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Purpose: Summarize large datasets.</a:t>
            </a:r>
          </a:p>
          <a:p>
            <a:r>
              <a:rPr dirty="0"/>
              <a:t>Pivot Table:</a:t>
            </a:r>
          </a:p>
          <a:p>
            <a:pPr marL="0" indent="0">
              <a:buNone/>
            </a:pPr>
            <a:r>
              <a:rPr dirty="0"/>
              <a:t>- Rows: Categories (e.g., Department)</a:t>
            </a:r>
          </a:p>
          <a:p>
            <a:pPr marL="0" indent="0">
              <a:buNone/>
            </a:pPr>
            <a:r>
              <a:rPr dirty="0"/>
              <a:t>- Columns: Years</a:t>
            </a:r>
          </a:p>
          <a:p>
            <a:pPr marL="0" indent="0">
              <a:buNone/>
            </a:pPr>
            <a:r>
              <a:rPr dirty="0"/>
              <a:t>- Values: Totals (e.g., Sales)</a:t>
            </a:r>
          </a:p>
          <a:p>
            <a:r>
              <a:rPr dirty="0"/>
              <a:t>Pivot Chart: Graphical version of a Pivot Table.</a:t>
            </a:r>
          </a:p>
          <a:p>
            <a:r>
              <a:rPr dirty="0"/>
              <a:t>Steps:</a:t>
            </a:r>
          </a:p>
          <a:p>
            <a:r>
              <a:rPr dirty="0"/>
              <a:t>1. Select data</a:t>
            </a:r>
          </a:p>
          <a:p>
            <a:r>
              <a:rPr dirty="0"/>
              <a:t>2. Insert &gt; Pivot Table / Pivot Chart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0870-C356-4435-D430-E8A5EDC4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75" y="264404"/>
            <a:ext cx="9905998" cy="1412913"/>
          </a:xfrm>
        </p:spPr>
        <p:txBody>
          <a:bodyPr/>
          <a:lstStyle/>
          <a:p>
            <a:r>
              <a:rPr lang="en-US" dirty="0"/>
              <a:t>Pivot 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B37B48-D1D8-3DC1-FBBE-2177B9BF1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38" y="1365041"/>
            <a:ext cx="7839172" cy="4127918"/>
          </a:xfrm>
        </p:spPr>
      </p:pic>
    </p:spTree>
    <p:extLst>
      <p:ext uri="{BB962C8B-B14F-4D97-AF65-F5344CB8AC3E}">
        <p14:creationId xmlns:p14="http://schemas.microsoft.com/office/powerpoint/2010/main" val="266711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ADD9-4511-11D7-0EEF-EF694C1C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CBB1E-A12F-878C-F367-59C52E4CC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92" y="952499"/>
            <a:ext cx="9905998" cy="3124201"/>
          </a:xfrm>
        </p:spPr>
        <p:txBody>
          <a:bodyPr/>
          <a:lstStyle/>
          <a:p>
            <a:r>
              <a:rPr lang="en-US" dirty="0"/>
              <a:t>Used for filter data</a:t>
            </a:r>
          </a:p>
          <a:p>
            <a:r>
              <a:rPr lang="en-US" dirty="0"/>
              <a:t>One-click filtering</a:t>
            </a:r>
          </a:p>
          <a:p>
            <a:r>
              <a:rPr lang="en-US" dirty="0"/>
              <a:t>Easy filtering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D598DC-2987-CD9E-8C2D-433ABE835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5612" y="2228553"/>
            <a:ext cx="1828800" cy="2667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B5F6FF8-381D-945F-AC44-BE750F9DA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5652" y="2308426"/>
            <a:ext cx="1828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8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6D7B-8539-A87E-D557-78D209A1D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20" y="0"/>
            <a:ext cx="9905998" cy="1905000"/>
          </a:xfrm>
        </p:spPr>
        <p:txBody>
          <a:bodyPr>
            <a:normAutofit/>
          </a:bodyPr>
          <a:lstStyle/>
          <a:p>
            <a:r>
              <a:rPr lang="en-US" sz="3600" b="1" dirty="0"/>
              <a:t>Pivot Charts</a:t>
            </a:r>
            <a:endParaRPr lang="en-US" sz="3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1733AE-B278-B266-970B-3542B76B8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2511" y="806363"/>
            <a:ext cx="7809397" cy="593596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2352C5-A021-8974-3316-3328498AFB37}"/>
              </a:ext>
            </a:extLst>
          </p:cNvPr>
          <p:cNvSpPr txBox="1"/>
          <p:nvPr/>
        </p:nvSpPr>
        <p:spPr>
          <a:xfrm>
            <a:off x="744806" y="1379854"/>
            <a:ext cx="3009715" cy="166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PIVOT CHARTS WILL ADD NOT ONLY CHARTS IT WILL ADD TABLES TOO .</a:t>
            </a:r>
          </a:p>
        </p:txBody>
      </p:sp>
    </p:spTree>
    <p:extLst>
      <p:ext uri="{BB962C8B-B14F-4D97-AF65-F5344CB8AC3E}">
        <p14:creationId xmlns:p14="http://schemas.microsoft.com/office/powerpoint/2010/main" val="169762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AE37-6B75-E784-0BA9-0651AB65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PMT(Payment)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723FD-0670-0CA6-2F78-87D21A05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A0C41-D276-5B39-CAE5-C759F8FA3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666999"/>
            <a:ext cx="9706300" cy="329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9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923777"/>
          </a:xfrm>
        </p:spPr>
        <p:txBody>
          <a:bodyPr>
            <a:normAutofit/>
          </a:bodyPr>
          <a:lstStyle/>
          <a:p>
            <a:r>
              <a:rPr sz="3600" b="1" u="sng" dirty="0"/>
              <a:t>RAND &amp; RANDBETWEEN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66819"/>
            <a:ext cx="7772400" cy="1796886"/>
          </a:xfrm>
        </p:spPr>
        <p:txBody>
          <a:bodyPr>
            <a:normAutofit fontScale="92500"/>
          </a:bodyPr>
          <a:lstStyle/>
          <a:p>
            <a:r>
              <a:rPr dirty="0"/>
              <a:t>RAND(): Returns a random decimal between 0 and 1</a:t>
            </a:r>
          </a:p>
          <a:p>
            <a:r>
              <a:rPr dirty="0"/>
              <a:t>Example: =RAND()</a:t>
            </a:r>
          </a:p>
          <a:p>
            <a:r>
              <a:rPr dirty="0"/>
              <a:t>RANDBETWEEN(): Returns a random integer between two values</a:t>
            </a:r>
          </a:p>
          <a:p>
            <a:r>
              <a:rPr dirty="0"/>
              <a:t>Example: =RANDBETWEEN(1, 100)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FEE53-8FD2-4578-93DF-D129615D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63" y="3263706"/>
            <a:ext cx="4029075" cy="1209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B7C9FD-F250-4282-AC05-E35FDA95D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863" y="4581525"/>
            <a:ext cx="4029075" cy="166687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3B4E3F-CD26-492A-BD61-A6311F09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284" y="617664"/>
            <a:ext cx="5164089" cy="239883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5DDAB2-84B2-4E9F-931E-C27E8C703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95284" y="3381375"/>
            <a:ext cx="5164089" cy="239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04734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965981"/>
          </a:xfrm>
        </p:spPr>
        <p:txBody>
          <a:bodyPr>
            <a:normAutofit/>
          </a:bodyPr>
          <a:lstStyle/>
          <a:p>
            <a:r>
              <a:rPr sz="3600" b="1" u="sng" dirty="0"/>
              <a:t>Creating an Attendance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68346"/>
            <a:ext cx="7772400" cy="306297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Components:</a:t>
            </a:r>
          </a:p>
          <a:p>
            <a:r>
              <a:rPr dirty="0"/>
              <a:t>- Column A: Names</a:t>
            </a:r>
          </a:p>
          <a:p>
            <a:r>
              <a:rPr dirty="0"/>
              <a:t>- Row 1: Dates</a:t>
            </a:r>
          </a:p>
          <a:p>
            <a:r>
              <a:rPr dirty="0"/>
              <a:t>- Cells: P = Present, A = Absent, L = Late</a:t>
            </a:r>
          </a:p>
          <a:p>
            <a:r>
              <a:rPr dirty="0"/>
              <a:t>Tips:</a:t>
            </a:r>
          </a:p>
          <a:p>
            <a:r>
              <a:rPr dirty="0"/>
              <a:t>- Use Data Validation to restrict input to P, A, L</a:t>
            </a:r>
          </a:p>
          <a:p>
            <a:r>
              <a:rPr dirty="0"/>
              <a:t>- Use COUNTIF to calculate attendance:</a:t>
            </a:r>
          </a:p>
          <a:p>
            <a:r>
              <a:rPr dirty="0"/>
              <a:t>  =COUNTIF(B2:Z2, "P")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55B65-6DA8-0503-EB0F-38F066DD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066800"/>
            <a:ext cx="633848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017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91</TotalTime>
  <Words>296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Mesh</vt:lpstr>
      <vt:lpstr>Conditional Formatting</vt:lpstr>
      <vt:lpstr>XLOOKUP</vt:lpstr>
      <vt:lpstr>Pivot Tables &amp; Pivot Charts</vt:lpstr>
      <vt:lpstr>Pivot tables</vt:lpstr>
      <vt:lpstr>Slicer</vt:lpstr>
      <vt:lpstr>Pivot Charts</vt:lpstr>
      <vt:lpstr>PMT(Payment)</vt:lpstr>
      <vt:lpstr>RAND &amp; RANDBETWEEN Formulas</vt:lpstr>
      <vt:lpstr>PowerPoint Presentation</vt:lpstr>
      <vt:lpstr>Creating an Attendance 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14</cp:revision>
  <dcterms:created xsi:type="dcterms:W3CDTF">2026-02-16T14:15:45Z</dcterms:created>
  <dcterms:modified xsi:type="dcterms:W3CDTF">2026-02-16T15:47:24Z</dcterms:modified>
</cp:coreProperties>
</file>